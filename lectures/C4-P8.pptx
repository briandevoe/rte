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0" r:id="rId1"/>
  </p:sldMasterIdLst>
  <p:notesMasterIdLst>
    <p:notesMasterId r:id="rId16"/>
  </p:notesMasterIdLst>
  <p:sldIdLst>
    <p:sldId id="762" r:id="rId2"/>
    <p:sldId id="793" r:id="rId3"/>
    <p:sldId id="795" r:id="rId4"/>
    <p:sldId id="796" r:id="rId5"/>
    <p:sldId id="799" r:id="rId6"/>
    <p:sldId id="800" r:id="rId7"/>
    <p:sldId id="794" r:id="rId8"/>
    <p:sldId id="797" r:id="rId9"/>
    <p:sldId id="798" r:id="rId10"/>
    <p:sldId id="801" r:id="rId11"/>
    <p:sldId id="802" r:id="rId12"/>
    <p:sldId id="803" r:id="rId13"/>
    <p:sldId id="804" r:id="rId14"/>
    <p:sldId id="805" r:id="rId15"/>
  </p:sldIdLst>
  <p:sldSz cx="9144000" cy="6858000" type="screen4x3"/>
  <p:notesSz cx="6858000" cy="9144000"/>
  <p:defaultTextStyle>
    <a:defPPr>
      <a:defRPr lang="en-US"/>
    </a:defPPr>
    <a:lvl1pPr algn="l" rtl="0" eaLnBrk="0" fontAlgn="base" hangingPunct="0">
      <a:spcBef>
        <a:spcPct val="0"/>
      </a:spcBef>
      <a:spcAft>
        <a:spcPct val="0"/>
      </a:spcAft>
      <a:defRPr sz="1200" kern="1200">
        <a:solidFill>
          <a:schemeClr val="bg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1200" kern="1200">
        <a:solidFill>
          <a:schemeClr val="bg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1200" kern="1200">
        <a:solidFill>
          <a:schemeClr val="bg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1200" kern="1200">
        <a:solidFill>
          <a:schemeClr val="bg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1200" kern="1200">
        <a:solidFill>
          <a:schemeClr val="bg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1200" kern="1200">
        <a:solidFill>
          <a:schemeClr val="bg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1200" kern="1200">
        <a:solidFill>
          <a:schemeClr val="bg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1200" kern="1200">
        <a:solidFill>
          <a:schemeClr val="bg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1200" kern="1200">
        <a:solidFill>
          <a:schemeClr val="bg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1542">
          <p15:clr>
            <a:srgbClr val="A4A3A4"/>
          </p15:clr>
        </p15:guide>
        <p15:guide id="2" pos="7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75"/>
    <p:restoredTop sz="94660"/>
  </p:normalViewPr>
  <p:slideViewPr>
    <p:cSldViewPr snapToGrid="0">
      <p:cViewPr varScale="1">
        <p:scale>
          <a:sx n="202" d="100"/>
          <a:sy n="202" d="100"/>
        </p:scale>
        <p:origin x="200" y="240"/>
      </p:cViewPr>
      <p:guideLst>
        <p:guide orient="horz" pos="1542"/>
        <p:guide pos="70"/>
      </p:guideLst>
    </p:cSldViewPr>
  </p:slideViewPr>
  <p:outlineViewPr>
    <p:cViewPr>
      <p:scale>
        <a:sx n="33" d="100"/>
        <a:sy n="33" d="100"/>
      </p:scale>
      <p:origin x="42"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7" d="100"/>
          <a:sy n="87" d="100"/>
        </p:scale>
        <p:origin x="-1744"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882" name="Rectangle 2">
            <a:extLst>
              <a:ext uri="{FF2B5EF4-FFF2-40B4-BE49-F238E27FC236}">
                <a16:creationId xmlns:a16="http://schemas.microsoft.com/office/drawing/2014/main" id="{1683A7B3-3ADB-C6CF-CDA3-42B52B7489B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b="1">
                <a:solidFill>
                  <a:schemeClr val="tx1"/>
                </a:solidFill>
                <a:latin typeface="Times" pitchFamily="84" charset="0"/>
                <a:ea typeface="+mn-ea"/>
                <a:cs typeface="+mn-cs"/>
              </a:defRPr>
            </a:lvl1pPr>
          </a:lstStyle>
          <a:p>
            <a:pPr>
              <a:defRPr/>
            </a:pPr>
            <a:endParaRPr lang="en-US"/>
          </a:p>
        </p:txBody>
      </p:sp>
      <p:sp>
        <p:nvSpPr>
          <p:cNvPr id="634883" name="Rectangle 3">
            <a:extLst>
              <a:ext uri="{FF2B5EF4-FFF2-40B4-BE49-F238E27FC236}">
                <a16:creationId xmlns:a16="http://schemas.microsoft.com/office/drawing/2014/main" id="{5562B4EB-7CF9-2B7F-B7C6-D3F92B89BA7C}"/>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b="1">
                <a:solidFill>
                  <a:schemeClr val="tx1"/>
                </a:solidFill>
                <a:latin typeface="Times" pitchFamily="84" charset="0"/>
                <a:ea typeface="+mn-ea"/>
                <a:cs typeface="+mn-cs"/>
              </a:defRPr>
            </a:lvl1pPr>
          </a:lstStyle>
          <a:p>
            <a:pPr>
              <a:defRPr/>
            </a:pPr>
            <a:endParaRPr lang="en-US"/>
          </a:p>
        </p:txBody>
      </p:sp>
      <p:sp>
        <p:nvSpPr>
          <p:cNvPr id="13316" name="Rectangle 4">
            <a:extLst>
              <a:ext uri="{FF2B5EF4-FFF2-40B4-BE49-F238E27FC236}">
                <a16:creationId xmlns:a16="http://schemas.microsoft.com/office/drawing/2014/main" id="{8E0EE73A-EACD-D8E1-A694-5D765FB8539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4885" name="Rectangle 5">
            <a:extLst>
              <a:ext uri="{FF2B5EF4-FFF2-40B4-BE49-F238E27FC236}">
                <a16:creationId xmlns:a16="http://schemas.microsoft.com/office/drawing/2014/main" id="{1E10D99B-A90D-990D-FBEB-F7CA87AC3241}"/>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34886" name="Rectangle 6">
            <a:extLst>
              <a:ext uri="{FF2B5EF4-FFF2-40B4-BE49-F238E27FC236}">
                <a16:creationId xmlns:a16="http://schemas.microsoft.com/office/drawing/2014/main" id="{47881085-3844-6C1E-76C5-483D008418B8}"/>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b="1">
                <a:solidFill>
                  <a:schemeClr val="tx1"/>
                </a:solidFill>
                <a:latin typeface="Times" pitchFamily="84" charset="0"/>
                <a:ea typeface="+mn-ea"/>
                <a:cs typeface="+mn-cs"/>
              </a:defRPr>
            </a:lvl1pPr>
          </a:lstStyle>
          <a:p>
            <a:pPr>
              <a:defRPr/>
            </a:pPr>
            <a:endParaRPr lang="en-US"/>
          </a:p>
        </p:txBody>
      </p:sp>
      <p:sp>
        <p:nvSpPr>
          <p:cNvPr id="634887" name="Rectangle 7">
            <a:extLst>
              <a:ext uri="{FF2B5EF4-FFF2-40B4-BE49-F238E27FC236}">
                <a16:creationId xmlns:a16="http://schemas.microsoft.com/office/drawing/2014/main" id="{8B2B963E-4AB9-CE54-2D3A-2F1EC6F68B66}"/>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b="1">
                <a:solidFill>
                  <a:schemeClr val="tx1"/>
                </a:solidFill>
                <a:latin typeface="Times" pitchFamily="2" charset="0"/>
                <a:ea typeface="ＭＳ Ｐゴシック" panose="020B0600070205080204" pitchFamily="34" charset="-128"/>
              </a:defRPr>
            </a:lvl1pPr>
          </a:lstStyle>
          <a:p>
            <a:pPr>
              <a:defRPr/>
            </a:pPr>
            <a:fld id="{B641DADE-1F0D-C04D-955D-8617BB896BB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84" charset="0"/>
        <a:ea typeface="ＭＳ Ｐゴシック" pitchFamily="-110" charset="-128"/>
        <a:cs typeface="ＭＳ Ｐゴシック" pitchFamily="-110" charset="-128"/>
      </a:defRPr>
    </a:lvl1pPr>
    <a:lvl2pPr marL="457200" algn="l" rtl="0" eaLnBrk="0" fontAlgn="base" hangingPunct="0">
      <a:spcBef>
        <a:spcPct val="30000"/>
      </a:spcBef>
      <a:spcAft>
        <a:spcPct val="0"/>
      </a:spcAft>
      <a:defRPr sz="1200" kern="1200">
        <a:solidFill>
          <a:schemeClr val="tx1"/>
        </a:solidFill>
        <a:latin typeface="Times" pitchFamily="84" charset="0"/>
        <a:ea typeface="ＭＳ Ｐゴシック" pitchFamily="34" charset="-128"/>
        <a:cs typeface="+mn-cs"/>
      </a:defRPr>
    </a:lvl2pPr>
    <a:lvl3pPr marL="914400" algn="l" rtl="0" eaLnBrk="0" fontAlgn="base" hangingPunct="0">
      <a:spcBef>
        <a:spcPct val="30000"/>
      </a:spcBef>
      <a:spcAft>
        <a:spcPct val="0"/>
      </a:spcAft>
      <a:defRPr sz="1200" kern="1200">
        <a:solidFill>
          <a:schemeClr val="tx1"/>
        </a:solidFill>
        <a:latin typeface="Times" pitchFamily="84" charset="0"/>
        <a:ea typeface="ＭＳ Ｐゴシック" pitchFamily="34" charset="-128"/>
        <a:cs typeface="+mn-cs"/>
      </a:defRPr>
    </a:lvl3pPr>
    <a:lvl4pPr marL="1371600" algn="l" rtl="0" eaLnBrk="0" fontAlgn="base" hangingPunct="0">
      <a:spcBef>
        <a:spcPct val="30000"/>
      </a:spcBef>
      <a:spcAft>
        <a:spcPct val="0"/>
      </a:spcAft>
      <a:defRPr sz="1200" kern="1200">
        <a:solidFill>
          <a:schemeClr val="tx1"/>
        </a:solidFill>
        <a:latin typeface="Times" pitchFamily="84" charset="0"/>
        <a:ea typeface="ＭＳ Ｐゴシック" pitchFamily="34" charset="-128"/>
        <a:cs typeface="+mn-cs"/>
      </a:defRPr>
    </a:lvl4pPr>
    <a:lvl5pPr marL="1828800" algn="l" rtl="0" eaLnBrk="0" fontAlgn="base" hangingPunct="0">
      <a:spcBef>
        <a:spcPct val="30000"/>
      </a:spcBef>
      <a:spcAft>
        <a:spcPct val="0"/>
      </a:spcAft>
      <a:defRPr sz="1200" kern="1200">
        <a:solidFill>
          <a:schemeClr val="tx1"/>
        </a:solidFill>
        <a:latin typeface="Times" pitchFamily="84" charset="0"/>
        <a:ea typeface="ＭＳ Ｐゴシック"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a:extLst>
              <a:ext uri="{FF2B5EF4-FFF2-40B4-BE49-F238E27FC236}">
                <a16:creationId xmlns:a16="http://schemas.microsoft.com/office/drawing/2014/main" id="{29638D21-3437-A505-FCE0-693251C564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itchFamily="-111" charset="0"/>
                <a:ea typeface="ＭＳ Ｐゴシック" panose="020B0600070205080204" pitchFamily="34" charset="-128"/>
              </a:defRPr>
            </a:lvl1pPr>
            <a:lvl2pPr marL="742950" indent="-285750">
              <a:spcBef>
                <a:spcPct val="30000"/>
              </a:spcBef>
              <a:defRPr sz="1200">
                <a:solidFill>
                  <a:schemeClr val="tx1"/>
                </a:solidFill>
                <a:latin typeface="Times" pitchFamily="-111" charset="0"/>
                <a:ea typeface="ＭＳ Ｐゴシック" panose="020B0600070205080204" pitchFamily="34" charset="-128"/>
              </a:defRPr>
            </a:lvl2pPr>
            <a:lvl3pPr marL="1143000" indent="-228600">
              <a:spcBef>
                <a:spcPct val="30000"/>
              </a:spcBef>
              <a:defRPr sz="1200">
                <a:solidFill>
                  <a:schemeClr val="tx1"/>
                </a:solidFill>
                <a:latin typeface="Times" pitchFamily="-111" charset="0"/>
                <a:ea typeface="ＭＳ Ｐゴシック" panose="020B0600070205080204" pitchFamily="34" charset="-128"/>
              </a:defRPr>
            </a:lvl3pPr>
            <a:lvl4pPr marL="1600200" indent="-228600">
              <a:spcBef>
                <a:spcPct val="30000"/>
              </a:spcBef>
              <a:defRPr sz="1200">
                <a:solidFill>
                  <a:schemeClr val="tx1"/>
                </a:solidFill>
                <a:latin typeface="Times" pitchFamily="-111" charset="0"/>
                <a:ea typeface="ＭＳ Ｐゴシック" panose="020B0600070205080204" pitchFamily="34" charset="-128"/>
              </a:defRPr>
            </a:lvl4pPr>
            <a:lvl5pPr marL="2057400" indent="-228600">
              <a:spcBef>
                <a:spcPct val="30000"/>
              </a:spcBef>
              <a:defRPr sz="1200">
                <a:solidFill>
                  <a:schemeClr val="tx1"/>
                </a:solidFill>
                <a:latin typeface="Times" pitchFamily="-111"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9pPr>
          </a:lstStyle>
          <a:p>
            <a:pPr>
              <a:spcBef>
                <a:spcPct val="0"/>
              </a:spcBef>
            </a:pPr>
            <a:fld id="{98ADF30A-2101-124B-81CD-1D8E5B1897C9}" type="slidenum">
              <a:rPr lang="en-US" altLang="en-US" smtClean="0"/>
              <a:pPr>
                <a:spcBef>
                  <a:spcPct val="0"/>
                </a:spcBef>
              </a:pPr>
              <a:t>1</a:t>
            </a:fld>
            <a:endParaRPr lang="en-US" altLang="en-US"/>
          </a:p>
        </p:txBody>
      </p:sp>
      <p:sp>
        <p:nvSpPr>
          <p:cNvPr id="15362" name="Rectangle 2">
            <a:extLst>
              <a:ext uri="{FF2B5EF4-FFF2-40B4-BE49-F238E27FC236}">
                <a16:creationId xmlns:a16="http://schemas.microsoft.com/office/drawing/2014/main" id="{A8385D8B-EF8A-C7DC-DA90-0803CE4C985F}"/>
              </a:ext>
            </a:extLst>
          </p:cNvPr>
          <p:cNvSpPr>
            <a:spLocks noGrp="1" noRot="1" noChangeAspect="1" noChangeArrowheads="1" noTextEdit="1"/>
          </p:cNvSpPr>
          <p:nvPr>
            <p:ph type="sldImg"/>
          </p:nvPr>
        </p:nvSpPr>
        <p:spPr>
          <a:ln/>
        </p:spPr>
        <p:txBody>
          <a:bodyPr/>
          <a:lstStyle/>
          <a:p>
            <a:endParaRPr lang="en-US"/>
          </a:p>
        </p:txBody>
      </p:sp>
      <p:sp>
        <p:nvSpPr>
          <p:cNvPr id="15363" name="Rectangle 3">
            <a:extLst>
              <a:ext uri="{FF2B5EF4-FFF2-40B4-BE49-F238E27FC236}">
                <a16:creationId xmlns:a16="http://schemas.microsoft.com/office/drawing/2014/main" id="{DAE839F8-AAAB-661A-157B-B8BDEC2ACC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a:extLst>
              <a:ext uri="{FF2B5EF4-FFF2-40B4-BE49-F238E27FC236}">
                <a16:creationId xmlns:a16="http://schemas.microsoft.com/office/drawing/2014/main" id="{351B476C-C599-B014-2841-E40101F6AC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itchFamily="-111" charset="0"/>
                <a:ea typeface="ＭＳ Ｐゴシック" panose="020B0600070205080204" pitchFamily="34" charset="-128"/>
              </a:defRPr>
            </a:lvl1pPr>
            <a:lvl2pPr marL="742950" indent="-285750">
              <a:spcBef>
                <a:spcPct val="30000"/>
              </a:spcBef>
              <a:defRPr sz="1200">
                <a:solidFill>
                  <a:schemeClr val="tx1"/>
                </a:solidFill>
                <a:latin typeface="Times" pitchFamily="-111" charset="0"/>
                <a:ea typeface="ＭＳ Ｐゴシック" panose="020B0600070205080204" pitchFamily="34" charset="-128"/>
              </a:defRPr>
            </a:lvl2pPr>
            <a:lvl3pPr marL="1143000" indent="-228600">
              <a:spcBef>
                <a:spcPct val="30000"/>
              </a:spcBef>
              <a:defRPr sz="1200">
                <a:solidFill>
                  <a:schemeClr val="tx1"/>
                </a:solidFill>
                <a:latin typeface="Times" pitchFamily="-111" charset="0"/>
                <a:ea typeface="ＭＳ Ｐゴシック" panose="020B0600070205080204" pitchFamily="34" charset="-128"/>
              </a:defRPr>
            </a:lvl3pPr>
            <a:lvl4pPr marL="1600200" indent="-228600">
              <a:spcBef>
                <a:spcPct val="30000"/>
              </a:spcBef>
              <a:defRPr sz="1200">
                <a:solidFill>
                  <a:schemeClr val="tx1"/>
                </a:solidFill>
                <a:latin typeface="Times" pitchFamily="-111" charset="0"/>
                <a:ea typeface="ＭＳ Ｐゴシック" panose="020B0600070205080204" pitchFamily="34" charset="-128"/>
              </a:defRPr>
            </a:lvl4pPr>
            <a:lvl5pPr marL="2057400" indent="-228600">
              <a:spcBef>
                <a:spcPct val="30000"/>
              </a:spcBef>
              <a:defRPr sz="1200">
                <a:solidFill>
                  <a:schemeClr val="tx1"/>
                </a:solidFill>
                <a:latin typeface="Times" pitchFamily="-111"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9pPr>
          </a:lstStyle>
          <a:p>
            <a:pPr>
              <a:spcBef>
                <a:spcPct val="0"/>
              </a:spcBef>
            </a:pPr>
            <a:fld id="{508BEF47-07A3-764B-A2BE-864A20703C44}" type="slidenum">
              <a:rPr lang="en-US" altLang="en-US" smtClean="0"/>
              <a:pPr>
                <a:spcBef>
                  <a:spcPct val="0"/>
                </a:spcBef>
              </a:pPr>
              <a:t>2</a:t>
            </a:fld>
            <a:endParaRPr lang="en-US" altLang="en-US"/>
          </a:p>
        </p:txBody>
      </p:sp>
      <p:sp>
        <p:nvSpPr>
          <p:cNvPr id="17410" name="Rectangle 2">
            <a:extLst>
              <a:ext uri="{FF2B5EF4-FFF2-40B4-BE49-F238E27FC236}">
                <a16:creationId xmlns:a16="http://schemas.microsoft.com/office/drawing/2014/main" id="{0C22E380-17F7-8CF7-9A50-D6C505D8BA06}"/>
              </a:ext>
            </a:extLst>
          </p:cNvPr>
          <p:cNvSpPr>
            <a:spLocks noGrp="1" noRot="1" noChangeAspect="1" noChangeArrowheads="1" noTextEdit="1"/>
          </p:cNvSpPr>
          <p:nvPr>
            <p:ph type="sldImg"/>
          </p:nvPr>
        </p:nvSpPr>
        <p:spPr>
          <a:ln/>
        </p:spPr>
        <p:txBody>
          <a:bodyPr/>
          <a:lstStyle/>
          <a:p>
            <a:endParaRPr lang="en-US"/>
          </a:p>
        </p:txBody>
      </p:sp>
      <p:sp>
        <p:nvSpPr>
          <p:cNvPr id="17411" name="Rectangle 3">
            <a:extLst>
              <a:ext uri="{FF2B5EF4-FFF2-40B4-BE49-F238E27FC236}">
                <a16:creationId xmlns:a16="http://schemas.microsoft.com/office/drawing/2014/main" id="{016DB1F3-4B67-1315-4EFB-9DED5193AA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7342F7CF-6E63-87C4-760F-A89912F3EB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itchFamily="-111" charset="0"/>
                <a:ea typeface="ＭＳ Ｐゴシック" panose="020B0600070205080204" pitchFamily="34" charset="-128"/>
              </a:defRPr>
            </a:lvl1pPr>
            <a:lvl2pPr marL="742950" indent="-285750">
              <a:spcBef>
                <a:spcPct val="30000"/>
              </a:spcBef>
              <a:defRPr sz="1200">
                <a:solidFill>
                  <a:schemeClr val="tx1"/>
                </a:solidFill>
                <a:latin typeface="Times" pitchFamily="-111" charset="0"/>
                <a:ea typeface="ＭＳ Ｐゴシック" panose="020B0600070205080204" pitchFamily="34" charset="-128"/>
              </a:defRPr>
            </a:lvl2pPr>
            <a:lvl3pPr marL="1143000" indent="-228600">
              <a:spcBef>
                <a:spcPct val="30000"/>
              </a:spcBef>
              <a:defRPr sz="1200">
                <a:solidFill>
                  <a:schemeClr val="tx1"/>
                </a:solidFill>
                <a:latin typeface="Times" pitchFamily="-111" charset="0"/>
                <a:ea typeface="ＭＳ Ｐゴシック" panose="020B0600070205080204" pitchFamily="34" charset="-128"/>
              </a:defRPr>
            </a:lvl3pPr>
            <a:lvl4pPr marL="1600200" indent="-228600">
              <a:spcBef>
                <a:spcPct val="30000"/>
              </a:spcBef>
              <a:defRPr sz="1200">
                <a:solidFill>
                  <a:schemeClr val="tx1"/>
                </a:solidFill>
                <a:latin typeface="Times" pitchFamily="-111" charset="0"/>
                <a:ea typeface="ＭＳ Ｐゴシック" panose="020B0600070205080204" pitchFamily="34" charset="-128"/>
              </a:defRPr>
            </a:lvl4pPr>
            <a:lvl5pPr marL="2057400" indent="-228600">
              <a:spcBef>
                <a:spcPct val="30000"/>
              </a:spcBef>
              <a:defRPr sz="1200">
                <a:solidFill>
                  <a:schemeClr val="tx1"/>
                </a:solidFill>
                <a:latin typeface="Times" pitchFamily="-111"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9pPr>
          </a:lstStyle>
          <a:p>
            <a:pPr>
              <a:spcBef>
                <a:spcPct val="0"/>
              </a:spcBef>
            </a:pPr>
            <a:fld id="{87857201-1A71-3141-840E-50B7A62BA0D0}" type="slidenum">
              <a:rPr lang="en-US" altLang="en-US" smtClean="0"/>
              <a:pPr>
                <a:spcBef>
                  <a:spcPct val="0"/>
                </a:spcBef>
              </a:pPr>
              <a:t>3</a:t>
            </a:fld>
            <a:endParaRPr lang="en-US" altLang="en-US"/>
          </a:p>
        </p:txBody>
      </p:sp>
      <p:sp>
        <p:nvSpPr>
          <p:cNvPr id="19458" name="Rectangle 2">
            <a:extLst>
              <a:ext uri="{FF2B5EF4-FFF2-40B4-BE49-F238E27FC236}">
                <a16:creationId xmlns:a16="http://schemas.microsoft.com/office/drawing/2014/main" id="{92B7AACA-24D6-1C24-365E-1910CE14F05D}"/>
              </a:ext>
            </a:extLst>
          </p:cNvPr>
          <p:cNvSpPr>
            <a:spLocks noGrp="1" noRot="1" noChangeAspect="1" noChangeArrowheads="1" noTextEdit="1"/>
          </p:cNvSpPr>
          <p:nvPr>
            <p:ph type="sldImg"/>
          </p:nvPr>
        </p:nvSpPr>
        <p:spPr>
          <a:ln/>
        </p:spPr>
        <p:txBody>
          <a:bodyPr/>
          <a:lstStyle/>
          <a:p>
            <a:endParaRPr lang="en-US"/>
          </a:p>
        </p:txBody>
      </p:sp>
      <p:sp>
        <p:nvSpPr>
          <p:cNvPr id="19459" name="Rectangle 3">
            <a:extLst>
              <a:ext uri="{FF2B5EF4-FFF2-40B4-BE49-F238E27FC236}">
                <a16:creationId xmlns:a16="http://schemas.microsoft.com/office/drawing/2014/main" id="{C6517632-FA6A-F3EB-2CF3-EAEF69BE5E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FA987530-1501-BF7A-DDF6-ED5BEEED0F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itchFamily="-111" charset="0"/>
                <a:ea typeface="ＭＳ Ｐゴシック" panose="020B0600070205080204" pitchFamily="34" charset="-128"/>
              </a:defRPr>
            </a:lvl1pPr>
            <a:lvl2pPr marL="742950" indent="-285750">
              <a:spcBef>
                <a:spcPct val="30000"/>
              </a:spcBef>
              <a:defRPr sz="1200">
                <a:solidFill>
                  <a:schemeClr val="tx1"/>
                </a:solidFill>
                <a:latin typeface="Times" pitchFamily="-111" charset="0"/>
                <a:ea typeface="ＭＳ Ｐゴシック" panose="020B0600070205080204" pitchFamily="34" charset="-128"/>
              </a:defRPr>
            </a:lvl2pPr>
            <a:lvl3pPr marL="1143000" indent="-228600">
              <a:spcBef>
                <a:spcPct val="30000"/>
              </a:spcBef>
              <a:defRPr sz="1200">
                <a:solidFill>
                  <a:schemeClr val="tx1"/>
                </a:solidFill>
                <a:latin typeface="Times" pitchFamily="-111" charset="0"/>
                <a:ea typeface="ＭＳ Ｐゴシック" panose="020B0600070205080204" pitchFamily="34" charset="-128"/>
              </a:defRPr>
            </a:lvl3pPr>
            <a:lvl4pPr marL="1600200" indent="-228600">
              <a:spcBef>
                <a:spcPct val="30000"/>
              </a:spcBef>
              <a:defRPr sz="1200">
                <a:solidFill>
                  <a:schemeClr val="tx1"/>
                </a:solidFill>
                <a:latin typeface="Times" pitchFamily="-111" charset="0"/>
                <a:ea typeface="ＭＳ Ｐゴシック" panose="020B0600070205080204" pitchFamily="34" charset="-128"/>
              </a:defRPr>
            </a:lvl4pPr>
            <a:lvl5pPr marL="2057400" indent="-228600">
              <a:spcBef>
                <a:spcPct val="30000"/>
              </a:spcBef>
              <a:defRPr sz="1200">
                <a:solidFill>
                  <a:schemeClr val="tx1"/>
                </a:solidFill>
                <a:latin typeface="Times" pitchFamily="-111"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9pPr>
          </a:lstStyle>
          <a:p>
            <a:pPr>
              <a:spcBef>
                <a:spcPct val="0"/>
              </a:spcBef>
            </a:pPr>
            <a:fld id="{8AE95C9D-8C1F-1440-91AE-45B5F1EA8778}" type="slidenum">
              <a:rPr lang="en-US" altLang="en-US" smtClean="0"/>
              <a:pPr>
                <a:spcBef>
                  <a:spcPct val="0"/>
                </a:spcBef>
              </a:pPr>
              <a:t>4</a:t>
            </a:fld>
            <a:endParaRPr lang="en-US" altLang="en-US"/>
          </a:p>
        </p:txBody>
      </p:sp>
      <p:sp>
        <p:nvSpPr>
          <p:cNvPr id="21506" name="Rectangle 2">
            <a:extLst>
              <a:ext uri="{FF2B5EF4-FFF2-40B4-BE49-F238E27FC236}">
                <a16:creationId xmlns:a16="http://schemas.microsoft.com/office/drawing/2014/main" id="{9DF2FDB3-5615-FB46-41D3-0FC506A40985}"/>
              </a:ext>
            </a:extLst>
          </p:cNvPr>
          <p:cNvSpPr>
            <a:spLocks noGrp="1" noRot="1" noChangeAspect="1" noChangeArrowheads="1" noTextEdit="1"/>
          </p:cNvSpPr>
          <p:nvPr>
            <p:ph type="sldImg"/>
          </p:nvPr>
        </p:nvSpPr>
        <p:spPr>
          <a:ln/>
        </p:spPr>
        <p:txBody>
          <a:bodyPr/>
          <a:lstStyle/>
          <a:p>
            <a:endParaRPr lang="en-US"/>
          </a:p>
        </p:txBody>
      </p:sp>
      <p:sp>
        <p:nvSpPr>
          <p:cNvPr id="21507" name="Rectangle 3">
            <a:extLst>
              <a:ext uri="{FF2B5EF4-FFF2-40B4-BE49-F238E27FC236}">
                <a16:creationId xmlns:a16="http://schemas.microsoft.com/office/drawing/2014/main" id="{A62A3A03-EF69-2D29-6B49-D1BF2FD2AD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A76DC-1C8F-5430-5D87-8703786BE0A0}"/>
            </a:ext>
          </a:extLst>
        </p:cNvPr>
        <p:cNvGrpSpPr/>
        <p:nvPr/>
      </p:nvGrpSpPr>
      <p:grpSpPr>
        <a:xfrm>
          <a:off x="0" y="0"/>
          <a:ext cx="0" cy="0"/>
          <a:chOff x="0" y="0"/>
          <a:chExt cx="0" cy="0"/>
        </a:xfrm>
      </p:grpSpPr>
      <p:sp>
        <p:nvSpPr>
          <p:cNvPr id="21505" name="Rectangle 7">
            <a:extLst>
              <a:ext uri="{FF2B5EF4-FFF2-40B4-BE49-F238E27FC236}">
                <a16:creationId xmlns:a16="http://schemas.microsoft.com/office/drawing/2014/main" id="{CD88889A-B481-B9BD-5BF0-2ADD7ABEC0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itchFamily="-111" charset="0"/>
                <a:ea typeface="ＭＳ Ｐゴシック" panose="020B0600070205080204" pitchFamily="34" charset="-128"/>
              </a:defRPr>
            </a:lvl1pPr>
            <a:lvl2pPr marL="742950" indent="-285750">
              <a:spcBef>
                <a:spcPct val="30000"/>
              </a:spcBef>
              <a:defRPr sz="1200">
                <a:solidFill>
                  <a:schemeClr val="tx1"/>
                </a:solidFill>
                <a:latin typeface="Times" pitchFamily="-111" charset="0"/>
                <a:ea typeface="ＭＳ Ｐゴシック" panose="020B0600070205080204" pitchFamily="34" charset="-128"/>
              </a:defRPr>
            </a:lvl2pPr>
            <a:lvl3pPr marL="1143000" indent="-228600">
              <a:spcBef>
                <a:spcPct val="30000"/>
              </a:spcBef>
              <a:defRPr sz="1200">
                <a:solidFill>
                  <a:schemeClr val="tx1"/>
                </a:solidFill>
                <a:latin typeface="Times" pitchFamily="-111" charset="0"/>
                <a:ea typeface="ＭＳ Ｐゴシック" panose="020B0600070205080204" pitchFamily="34" charset="-128"/>
              </a:defRPr>
            </a:lvl3pPr>
            <a:lvl4pPr marL="1600200" indent="-228600">
              <a:spcBef>
                <a:spcPct val="30000"/>
              </a:spcBef>
              <a:defRPr sz="1200">
                <a:solidFill>
                  <a:schemeClr val="tx1"/>
                </a:solidFill>
                <a:latin typeface="Times" pitchFamily="-111" charset="0"/>
                <a:ea typeface="ＭＳ Ｐゴシック" panose="020B0600070205080204" pitchFamily="34" charset="-128"/>
              </a:defRPr>
            </a:lvl4pPr>
            <a:lvl5pPr marL="2057400" indent="-228600">
              <a:spcBef>
                <a:spcPct val="30000"/>
              </a:spcBef>
              <a:defRPr sz="1200">
                <a:solidFill>
                  <a:schemeClr val="tx1"/>
                </a:solidFill>
                <a:latin typeface="Times" pitchFamily="-111"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9pPr>
          </a:lstStyle>
          <a:p>
            <a:pPr>
              <a:spcBef>
                <a:spcPct val="0"/>
              </a:spcBef>
            </a:pPr>
            <a:fld id="{8AE95C9D-8C1F-1440-91AE-45B5F1EA8778}" type="slidenum">
              <a:rPr lang="en-US" altLang="en-US" smtClean="0"/>
              <a:pPr>
                <a:spcBef>
                  <a:spcPct val="0"/>
                </a:spcBef>
              </a:pPr>
              <a:t>5</a:t>
            </a:fld>
            <a:endParaRPr lang="en-US" altLang="en-US"/>
          </a:p>
        </p:txBody>
      </p:sp>
      <p:sp>
        <p:nvSpPr>
          <p:cNvPr id="21506" name="Rectangle 2">
            <a:extLst>
              <a:ext uri="{FF2B5EF4-FFF2-40B4-BE49-F238E27FC236}">
                <a16:creationId xmlns:a16="http://schemas.microsoft.com/office/drawing/2014/main" id="{FC31F83C-36F7-0C18-1060-97F3C3854835}"/>
              </a:ext>
            </a:extLst>
          </p:cNvPr>
          <p:cNvSpPr>
            <a:spLocks noGrp="1" noRot="1" noChangeAspect="1" noChangeArrowheads="1" noTextEdit="1"/>
          </p:cNvSpPr>
          <p:nvPr>
            <p:ph type="sldImg"/>
          </p:nvPr>
        </p:nvSpPr>
        <p:spPr>
          <a:ln/>
        </p:spPr>
        <p:txBody>
          <a:bodyPr/>
          <a:lstStyle/>
          <a:p>
            <a:endParaRPr lang="en-US"/>
          </a:p>
        </p:txBody>
      </p:sp>
      <p:sp>
        <p:nvSpPr>
          <p:cNvPr id="21507" name="Rectangle 3">
            <a:extLst>
              <a:ext uri="{FF2B5EF4-FFF2-40B4-BE49-F238E27FC236}">
                <a16:creationId xmlns:a16="http://schemas.microsoft.com/office/drawing/2014/main" id="{6B23A391-CEA7-E7FF-E1A6-27B0BE6986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505674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787C2-10CD-075A-E2DF-23F3C8A08A26}"/>
            </a:ext>
          </a:extLst>
        </p:cNvPr>
        <p:cNvGrpSpPr/>
        <p:nvPr/>
      </p:nvGrpSpPr>
      <p:grpSpPr>
        <a:xfrm>
          <a:off x="0" y="0"/>
          <a:ext cx="0" cy="0"/>
          <a:chOff x="0" y="0"/>
          <a:chExt cx="0" cy="0"/>
        </a:xfrm>
      </p:grpSpPr>
      <p:sp>
        <p:nvSpPr>
          <p:cNvPr id="21505" name="Rectangle 7">
            <a:extLst>
              <a:ext uri="{FF2B5EF4-FFF2-40B4-BE49-F238E27FC236}">
                <a16:creationId xmlns:a16="http://schemas.microsoft.com/office/drawing/2014/main" id="{CFCE8E1C-1202-C7FE-6AC4-AE6C91D2D7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itchFamily="-111" charset="0"/>
                <a:ea typeface="ＭＳ Ｐゴシック" panose="020B0600070205080204" pitchFamily="34" charset="-128"/>
              </a:defRPr>
            </a:lvl1pPr>
            <a:lvl2pPr marL="742950" indent="-285750">
              <a:spcBef>
                <a:spcPct val="30000"/>
              </a:spcBef>
              <a:defRPr sz="1200">
                <a:solidFill>
                  <a:schemeClr val="tx1"/>
                </a:solidFill>
                <a:latin typeface="Times" pitchFamily="-111" charset="0"/>
                <a:ea typeface="ＭＳ Ｐゴシック" panose="020B0600070205080204" pitchFamily="34" charset="-128"/>
              </a:defRPr>
            </a:lvl2pPr>
            <a:lvl3pPr marL="1143000" indent="-228600">
              <a:spcBef>
                <a:spcPct val="30000"/>
              </a:spcBef>
              <a:defRPr sz="1200">
                <a:solidFill>
                  <a:schemeClr val="tx1"/>
                </a:solidFill>
                <a:latin typeface="Times" pitchFamily="-111" charset="0"/>
                <a:ea typeface="ＭＳ Ｐゴシック" panose="020B0600070205080204" pitchFamily="34" charset="-128"/>
              </a:defRPr>
            </a:lvl3pPr>
            <a:lvl4pPr marL="1600200" indent="-228600">
              <a:spcBef>
                <a:spcPct val="30000"/>
              </a:spcBef>
              <a:defRPr sz="1200">
                <a:solidFill>
                  <a:schemeClr val="tx1"/>
                </a:solidFill>
                <a:latin typeface="Times" pitchFamily="-111" charset="0"/>
                <a:ea typeface="ＭＳ Ｐゴシック" panose="020B0600070205080204" pitchFamily="34" charset="-128"/>
              </a:defRPr>
            </a:lvl4pPr>
            <a:lvl5pPr marL="2057400" indent="-228600">
              <a:spcBef>
                <a:spcPct val="30000"/>
              </a:spcBef>
              <a:defRPr sz="1200">
                <a:solidFill>
                  <a:schemeClr val="tx1"/>
                </a:solidFill>
                <a:latin typeface="Times" pitchFamily="-111"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9pPr>
          </a:lstStyle>
          <a:p>
            <a:pPr>
              <a:spcBef>
                <a:spcPct val="0"/>
              </a:spcBef>
            </a:pPr>
            <a:fld id="{8AE95C9D-8C1F-1440-91AE-45B5F1EA8778}" type="slidenum">
              <a:rPr lang="en-US" altLang="en-US" smtClean="0"/>
              <a:pPr>
                <a:spcBef>
                  <a:spcPct val="0"/>
                </a:spcBef>
              </a:pPr>
              <a:t>6</a:t>
            </a:fld>
            <a:endParaRPr lang="en-US" altLang="en-US"/>
          </a:p>
        </p:txBody>
      </p:sp>
      <p:sp>
        <p:nvSpPr>
          <p:cNvPr id="21506" name="Rectangle 2">
            <a:extLst>
              <a:ext uri="{FF2B5EF4-FFF2-40B4-BE49-F238E27FC236}">
                <a16:creationId xmlns:a16="http://schemas.microsoft.com/office/drawing/2014/main" id="{07520605-00E6-1DA9-348E-5DB5DA69368A}"/>
              </a:ext>
            </a:extLst>
          </p:cNvPr>
          <p:cNvSpPr>
            <a:spLocks noGrp="1" noRot="1" noChangeAspect="1" noChangeArrowheads="1" noTextEdit="1"/>
          </p:cNvSpPr>
          <p:nvPr>
            <p:ph type="sldImg"/>
          </p:nvPr>
        </p:nvSpPr>
        <p:spPr>
          <a:ln/>
        </p:spPr>
        <p:txBody>
          <a:bodyPr/>
          <a:lstStyle/>
          <a:p>
            <a:endParaRPr lang="en-US"/>
          </a:p>
        </p:txBody>
      </p:sp>
      <p:sp>
        <p:nvSpPr>
          <p:cNvPr id="21507" name="Rectangle 3">
            <a:extLst>
              <a:ext uri="{FF2B5EF4-FFF2-40B4-BE49-F238E27FC236}">
                <a16:creationId xmlns:a16="http://schemas.microsoft.com/office/drawing/2014/main" id="{3A446198-4996-8E67-B726-FE7322E34A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865696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C28647F3-AF4D-ED53-9BF2-E7FB4433BA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itchFamily="-111" charset="0"/>
                <a:ea typeface="ＭＳ Ｐゴシック" panose="020B0600070205080204" pitchFamily="34" charset="-128"/>
              </a:defRPr>
            </a:lvl1pPr>
            <a:lvl2pPr marL="742950" indent="-285750">
              <a:spcBef>
                <a:spcPct val="30000"/>
              </a:spcBef>
              <a:defRPr sz="1200">
                <a:solidFill>
                  <a:schemeClr val="tx1"/>
                </a:solidFill>
                <a:latin typeface="Times" pitchFamily="-111" charset="0"/>
                <a:ea typeface="ＭＳ Ｐゴシック" panose="020B0600070205080204" pitchFamily="34" charset="-128"/>
              </a:defRPr>
            </a:lvl2pPr>
            <a:lvl3pPr marL="1143000" indent="-228600">
              <a:spcBef>
                <a:spcPct val="30000"/>
              </a:spcBef>
              <a:defRPr sz="1200">
                <a:solidFill>
                  <a:schemeClr val="tx1"/>
                </a:solidFill>
                <a:latin typeface="Times" pitchFamily="-111" charset="0"/>
                <a:ea typeface="ＭＳ Ｐゴシック" panose="020B0600070205080204" pitchFamily="34" charset="-128"/>
              </a:defRPr>
            </a:lvl3pPr>
            <a:lvl4pPr marL="1600200" indent="-228600">
              <a:spcBef>
                <a:spcPct val="30000"/>
              </a:spcBef>
              <a:defRPr sz="1200">
                <a:solidFill>
                  <a:schemeClr val="tx1"/>
                </a:solidFill>
                <a:latin typeface="Times" pitchFamily="-111" charset="0"/>
                <a:ea typeface="ＭＳ Ｐゴシック" panose="020B0600070205080204" pitchFamily="34" charset="-128"/>
              </a:defRPr>
            </a:lvl4pPr>
            <a:lvl5pPr marL="2057400" indent="-228600">
              <a:spcBef>
                <a:spcPct val="30000"/>
              </a:spcBef>
              <a:defRPr sz="1200">
                <a:solidFill>
                  <a:schemeClr val="tx1"/>
                </a:solidFill>
                <a:latin typeface="Times" pitchFamily="-111"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9pPr>
          </a:lstStyle>
          <a:p>
            <a:pPr>
              <a:spcBef>
                <a:spcPct val="0"/>
              </a:spcBef>
            </a:pPr>
            <a:fld id="{488BB6D0-DBDE-254B-BD72-A79B1FB95F0F}" type="slidenum">
              <a:rPr lang="en-US" altLang="en-US" smtClean="0"/>
              <a:pPr>
                <a:spcBef>
                  <a:spcPct val="0"/>
                </a:spcBef>
              </a:pPr>
              <a:t>7</a:t>
            </a:fld>
            <a:endParaRPr lang="en-US" altLang="en-US"/>
          </a:p>
        </p:txBody>
      </p:sp>
      <p:sp>
        <p:nvSpPr>
          <p:cNvPr id="23554" name="Rectangle 2">
            <a:extLst>
              <a:ext uri="{FF2B5EF4-FFF2-40B4-BE49-F238E27FC236}">
                <a16:creationId xmlns:a16="http://schemas.microsoft.com/office/drawing/2014/main" id="{CDD4D6C2-67B8-E6F8-8E3D-0B6BAAC41423}"/>
              </a:ext>
            </a:extLst>
          </p:cNvPr>
          <p:cNvSpPr>
            <a:spLocks noGrp="1" noRot="1" noChangeAspect="1" noChangeArrowheads="1" noTextEdit="1"/>
          </p:cNvSpPr>
          <p:nvPr>
            <p:ph type="sldImg"/>
          </p:nvPr>
        </p:nvSpPr>
        <p:spPr>
          <a:ln/>
        </p:spPr>
        <p:txBody>
          <a:bodyPr/>
          <a:lstStyle/>
          <a:p>
            <a:endParaRPr lang="en-US"/>
          </a:p>
        </p:txBody>
      </p:sp>
      <p:sp>
        <p:nvSpPr>
          <p:cNvPr id="23555" name="Rectangle 3">
            <a:extLst>
              <a:ext uri="{FF2B5EF4-FFF2-40B4-BE49-F238E27FC236}">
                <a16:creationId xmlns:a16="http://schemas.microsoft.com/office/drawing/2014/main" id="{69292A59-515A-14FF-A8E7-6CB7310332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1A682695-8C86-71F8-ACF3-D9248CCD95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itchFamily="-111" charset="0"/>
                <a:ea typeface="ＭＳ Ｐゴシック" panose="020B0600070205080204" pitchFamily="34" charset="-128"/>
              </a:defRPr>
            </a:lvl1pPr>
            <a:lvl2pPr marL="742950" indent="-285750">
              <a:spcBef>
                <a:spcPct val="30000"/>
              </a:spcBef>
              <a:defRPr sz="1200">
                <a:solidFill>
                  <a:schemeClr val="tx1"/>
                </a:solidFill>
                <a:latin typeface="Times" pitchFamily="-111" charset="0"/>
                <a:ea typeface="ＭＳ Ｐゴシック" panose="020B0600070205080204" pitchFamily="34" charset="-128"/>
              </a:defRPr>
            </a:lvl2pPr>
            <a:lvl3pPr marL="1143000" indent="-228600">
              <a:spcBef>
                <a:spcPct val="30000"/>
              </a:spcBef>
              <a:defRPr sz="1200">
                <a:solidFill>
                  <a:schemeClr val="tx1"/>
                </a:solidFill>
                <a:latin typeface="Times" pitchFamily="-111" charset="0"/>
                <a:ea typeface="ＭＳ Ｐゴシック" panose="020B0600070205080204" pitchFamily="34" charset="-128"/>
              </a:defRPr>
            </a:lvl3pPr>
            <a:lvl4pPr marL="1600200" indent="-228600">
              <a:spcBef>
                <a:spcPct val="30000"/>
              </a:spcBef>
              <a:defRPr sz="1200">
                <a:solidFill>
                  <a:schemeClr val="tx1"/>
                </a:solidFill>
                <a:latin typeface="Times" pitchFamily="-111" charset="0"/>
                <a:ea typeface="ＭＳ Ｐゴシック" panose="020B0600070205080204" pitchFamily="34" charset="-128"/>
              </a:defRPr>
            </a:lvl4pPr>
            <a:lvl5pPr marL="2057400" indent="-228600">
              <a:spcBef>
                <a:spcPct val="30000"/>
              </a:spcBef>
              <a:defRPr sz="1200">
                <a:solidFill>
                  <a:schemeClr val="tx1"/>
                </a:solidFill>
                <a:latin typeface="Times" pitchFamily="-111"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9pPr>
          </a:lstStyle>
          <a:p>
            <a:pPr>
              <a:spcBef>
                <a:spcPct val="0"/>
              </a:spcBef>
            </a:pPr>
            <a:fld id="{E6952903-7A17-0D48-B00F-2F8C9CD50C2C}" type="slidenum">
              <a:rPr lang="en-US" altLang="en-US" smtClean="0"/>
              <a:pPr>
                <a:spcBef>
                  <a:spcPct val="0"/>
                </a:spcBef>
              </a:pPr>
              <a:t>8</a:t>
            </a:fld>
            <a:endParaRPr lang="en-US" altLang="en-US"/>
          </a:p>
        </p:txBody>
      </p:sp>
      <p:sp>
        <p:nvSpPr>
          <p:cNvPr id="25602" name="Rectangle 2">
            <a:extLst>
              <a:ext uri="{FF2B5EF4-FFF2-40B4-BE49-F238E27FC236}">
                <a16:creationId xmlns:a16="http://schemas.microsoft.com/office/drawing/2014/main" id="{67943ACC-E142-7222-1B8D-F44A189FCC0B}"/>
              </a:ext>
            </a:extLst>
          </p:cNvPr>
          <p:cNvSpPr>
            <a:spLocks noGrp="1" noRot="1" noChangeAspect="1" noChangeArrowheads="1" noTextEdit="1"/>
          </p:cNvSpPr>
          <p:nvPr>
            <p:ph type="sldImg"/>
          </p:nvPr>
        </p:nvSpPr>
        <p:spPr>
          <a:ln/>
        </p:spPr>
        <p:txBody>
          <a:bodyPr/>
          <a:lstStyle/>
          <a:p>
            <a:endParaRPr lang="en-US"/>
          </a:p>
        </p:txBody>
      </p:sp>
      <p:sp>
        <p:nvSpPr>
          <p:cNvPr id="25603" name="Rectangle 3">
            <a:extLst>
              <a:ext uri="{FF2B5EF4-FFF2-40B4-BE49-F238E27FC236}">
                <a16:creationId xmlns:a16="http://schemas.microsoft.com/office/drawing/2014/main" id="{39210B3E-88CE-F458-7748-FB4CE739D9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653AF111-A94F-5FEA-E108-865EBCFB7C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itchFamily="-111" charset="0"/>
                <a:ea typeface="ＭＳ Ｐゴシック" panose="020B0600070205080204" pitchFamily="34" charset="-128"/>
              </a:defRPr>
            </a:lvl1pPr>
            <a:lvl2pPr marL="742950" indent="-285750">
              <a:spcBef>
                <a:spcPct val="30000"/>
              </a:spcBef>
              <a:defRPr sz="1200">
                <a:solidFill>
                  <a:schemeClr val="tx1"/>
                </a:solidFill>
                <a:latin typeface="Times" pitchFamily="-111" charset="0"/>
                <a:ea typeface="ＭＳ Ｐゴシック" panose="020B0600070205080204" pitchFamily="34" charset="-128"/>
              </a:defRPr>
            </a:lvl2pPr>
            <a:lvl3pPr marL="1143000" indent="-228600">
              <a:spcBef>
                <a:spcPct val="30000"/>
              </a:spcBef>
              <a:defRPr sz="1200">
                <a:solidFill>
                  <a:schemeClr val="tx1"/>
                </a:solidFill>
                <a:latin typeface="Times" pitchFamily="-111" charset="0"/>
                <a:ea typeface="ＭＳ Ｐゴシック" panose="020B0600070205080204" pitchFamily="34" charset="-128"/>
              </a:defRPr>
            </a:lvl3pPr>
            <a:lvl4pPr marL="1600200" indent="-228600">
              <a:spcBef>
                <a:spcPct val="30000"/>
              </a:spcBef>
              <a:defRPr sz="1200">
                <a:solidFill>
                  <a:schemeClr val="tx1"/>
                </a:solidFill>
                <a:latin typeface="Times" pitchFamily="-111" charset="0"/>
                <a:ea typeface="ＭＳ Ｐゴシック" panose="020B0600070205080204" pitchFamily="34" charset="-128"/>
              </a:defRPr>
            </a:lvl4pPr>
            <a:lvl5pPr marL="2057400" indent="-228600">
              <a:spcBef>
                <a:spcPct val="30000"/>
              </a:spcBef>
              <a:defRPr sz="1200">
                <a:solidFill>
                  <a:schemeClr val="tx1"/>
                </a:solidFill>
                <a:latin typeface="Times" pitchFamily="-111"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9pPr>
          </a:lstStyle>
          <a:p>
            <a:pPr>
              <a:spcBef>
                <a:spcPct val="0"/>
              </a:spcBef>
            </a:pPr>
            <a:fld id="{7B11AA2D-C27E-044F-AF3C-81B2F3560889}" type="slidenum">
              <a:rPr lang="en-US" altLang="en-US" smtClean="0"/>
              <a:pPr>
                <a:spcBef>
                  <a:spcPct val="0"/>
                </a:spcBef>
              </a:pPr>
              <a:t>9</a:t>
            </a:fld>
            <a:endParaRPr lang="en-US" altLang="en-US"/>
          </a:p>
        </p:txBody>
      </p:sp>
      <p:sp>
        <p:nvSpPr>
          <p:cNvPr id="27650" name="Rectangle 2">
            <a:extLst>
              <a:ext uri="{FF2B5EF4-FFF2-40B4-BE49-F238E27FC236}">
                <a16:creationId xmlns:a16="http://schemas.microsoft.com/office/drawing/2014/main" id="{C7B931C2-FDAD-77BD-A0EC-8286AC9D5EA3}"/>
              </a:ext>
            </a:extLst>
          </p:cNvPr>
          <p:cNvSpPr>
            <a:spLocks noGrp="1" noRot="1" noChangeAspect="1" noChangeArrowheads="1" noTextEdit="1"/>
          </p:cNvSpPr>
          <p:nvPr>
            <p:ph type="sldImg"/>
          </p:nvPr>
        </p:nvSpPr>
        <p:spPr>
          <a:ln/>
        </p:spPr>
        <p:txBody>
          <a:bodyPr/>
          <a:lstStyle/>
          <a:p>
            <a:endParaRPr lang="en-US"/>
          </a:p>
        </p:txBody>
      </p:sp>
      <p:sp>
        <p:nvSpPr>
          <p:cNvPr id="27651" name="Rectangle 3">
            <a:extLst>
              <a:ext uri="{FF2B5EF4-FFF2-40B4-BE49-F238E27FC236}">
                <a16:creationId xmlns:a16="http://schemas.microsoft.com/office/drawing/2014/main" id="{EC3D91E2-87CD-31F6-0FBD-E5C0B37D55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CAB63-3D38-EF7C-327E-1E6C99D246C2}"/>
            </a:ext>
          </a:extLst>
        </p:cNvPr>
        <p:cNvGrpSpPr/>
        <p:nvPr/>
      </p:nvGrpSpPr>
      <p:grpSpPr>
        <a:xfrm>
          <a:off x="0" y="0"/>
          <a:ext cx="0" cy="0"/>
          <a:chOff x="0" y="0"/>
          <a:chExt cx="0" cy="0"/>
        </a:xfrm>
      </p:grpSpPr>
      <p:sp>
        <p:nvSpPr>
          <p:cNvPr id="27649" name="Rectangle 7">
            <a:extLst>
              <a:ext uri="{FF2B5EF4-FFF2-40B4-BE49-F238E27FC236}">
                <a16:creationId xmlns:a16="http://schemas.microsoft.com/office/drawing/2014/main" id="{4C7876D0-CB11-6120-5F72-020251AB16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itchFamily="-111" charset="0"/>
                <a:ea typeface="ＭＳ Ｐゴシック" panose="020B0600070205080204" pitchFamily="34" charset="-128"/>
              </a:defRPr>
            </a:lvl1pPr>
            <a:lvl2pPr marL="742950" indent="-285750">
              <a:spcBef>
                <a:spcPct val="30000"/>
              </a:spcBef>
              <a:defRPr sz="1200">
                <a:solidFill>
                  <a:schemeClr val="tx1"/>
                </a:solidFill>
                <a:latin typeface="Times" pitchFamily="-111" charset="0"/>
                <a:ea typeface="ＭＳ Ｐゴシック" panose="020B0600070205080204" pitchFamily="34" charset="-128"/>
              </a:defRPr>
            </a:lvl2pPr>
            <a:lvl3pPr marL="1143000" indent="-228600">
              <a:spcBef>
                <a:spcPct val="30000"/>
              </a:spcBef>
              <a:defRPr sz="1200">
                <a:solidFill>
                  <a:schemeClr val="tx1"/>
                </a:solidFill>
                <a:latin typeface="Times" pitchFamily="-111" charset="0"/>
                <a:ea typeface="ＭＳ Ｐゴシック" panose="020B0600070205080204" pitchFamily="34" charset="-128"/>
              </a:defRPr>
            </a:lvl3pPr>
            <a:lvl4pPr marL="1600200" indent="-228600">
              <a:spcBef>
                <a:spcPct val="30000"/>
              </a:spcBef>
              <a:defRPr sz="1200">
                <a:solidFill>
                  <a:schemeClr val="tx1"/>
                </a:solidFill>
                <a:latin typeface="Times" pitchFamily="-111" charset="0"/>
                <a:ea typeface="ＭＳ Ｐゴシック" panose="020B0600070205080204" pitchFamily="34" charset="-128"/>
              </a:defRPr>
            </a:lvl4pPr>
            <a:lvl5pPr marL="2057400" indent="-228600">
              <a:spcBef>
                <a:spcPct val="30000"/>
              </a:spcBef>
              <a:defRPr sz="1200">
                <a:solidFill>
                  <a:schemeClr val="tx1"/>
                </a:solidFill>
                <a:latin typeface="Times" pitchFamily="-111"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9pPr>
          </a:lstStyle>
          <a:p>
            <a:pPr>
              <a:spcBef>
                <a:spcPct val="0"/>
              </a:spcBef>
            </a:pPr>
            <a:fld id="{7B11AA2D-C27E-044F-AF3C-81B2F3560889}" type="slidenum">
              <a:rPr lang="en-US" altLang="en-US" smtClean="0"/>
              <a:pPr>
                <a:spcBef>
                  <a:spcPct val="0"/>
                </a:spcBef>
              </a:pPr>
              <a:t>10</a:t>
            </a:fld>
            <a:endParaRPr lang="en-US" altLang="en-US"/>
          </a:p>
        </p:txBody>
      </p:sp>
      <p:sp>
        <p:nvSpPr>
          <p:cNvPr id="27650" name="Rectangle 2">
            <a:extLst>
              <a:ext uri="{FF2B5EF4-FFF2-40B4-BE49-F238E27FC236}">
                <a16:creationId xmlns:a16="http://schemas.microsoft.com/office/drawing/2014/main" id="{492DA4BC-5DA6-0C7F-5005-530A8F06531C}"/>
              </a:ext>
            </a:extLst>
          </p:cNvPr>
          <p:cNvSpPr>
            <a:spLocks noGrp="1" noRot="1" noChangeAspect="1" noChangeArrowheads="1" noTextEdit="1"/>
          </p:cNvSpPr>
          <p:nvPr>
            <p:ph type="sldImg"/>
          </p:nvPr>
        </p:nvSpPr>
        <p:spPr>
          <a:ln/>
        </p:spPr>
        <p:txBody>
          <a:bodyPr/>
          <a:lstStyle/>
          <a:p>
            <a:endParaRPr lang="en-US"/>
          </a:p>
        </p:txBody>
      </p:sp>
      <p:sp>
        <p:nvSpPr>
          <p:cNvPr id="27651" name="Rectangle 3">
            <a:extLst>
              <a:ext uri="{FF2B5EF4-FFF2-40B4-BE49-F238E27FC236}">
                <a16:creationId xmlns:a16="http://schemas.microsoft.com/office/drawing/2014/main" id="{B7603C6E-5E33-98BA-4EE0-C44EB22219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6192026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4D3A6-7061-F00C-0A40-920A969F153A}"/>
            </a:ext>
          </a:extLst>
        </p:cNvPr>
        <p:cNvGrpSpPr/>
        <p:nvPr/>
      </p:nvGrpSpPr>
      <p:grpSpPr>
        <a:xfrm>
          <a:off x="0" y="0"/>
          <a:ext cx="0" cy="0"/>
          <a:chOff x="0" y="0"/>
          <a:chExt cx="0" cy="0"/>
        </a:xfrm>
      </p:grpSpPr>
      <p:sp>
        <p:nvSpPr>
          <p:cNvPr id="27649" name="Rectangle 7">
            <a:extLst>
              <a:ext uri="{FF2B5EF4-FFF2-40B4-BE49-F238E27FC236}">
                <a16:creationId xmlns:a16="http://schemas.microsoft.com/office/drawing/2014/main" id="{B78053BE-7141-7A28-ED4A-AB7B8AC887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itchFamily="-111" charset="0"/>
                <a:ea typeface="ＭＳ Ｐゴシック" panose="020B0600070205080204" pitchFamily="34" charset="-128"/>
              </a:defRPr>
            </a:lvl1pPr>
            <a:lvl2pPr marL="742950" indent="-285750">
              <a:spcBef>
                <a:spcPct val="30000"/>
              </a:spcBef>
              <a:defRPr sz="1200">
                <a:solidFill>
                  <a:schemeClr val="tx1"/>
                </a:solidFill>
                <a:latin typeface="Times" pitchFamily="-111" charset="0"/>
                <a:ea typeface="ＭＳ Ｐゴシック" panose="020B0600070205080204" pitchFamily="34" charset="-128"/>
              </a:defRPr>
            </a:lvl2pPr>
            <a:lvl3pPr marL="1143000" indent="-228600">
              <a:spcBef>
                <a:spcPct val="30000"/>
              </a:spcBef>
              <a:defRPr sz="1200">
                <a:solidFill>
                  <a:schemeClr val="tx1"/>
                </a:solidFill>
                <a:latin typeface="Times" pitchFamily="-111" charset="0"/>
                <a:ea typeface="ＭＳ Ｐゴシック" panose="020B0600070205080204" pitchFamily="34" charset="-128"/>
              </a:defRPr>
            </a:lvl3pPr>
            <a:lvl4pPr marL="1600200" indent="-228600">
              <a:spcBef>
                <a:spcPct val="30000"/>
              </a:spcBef>
              <a:defRPr sz="1200">
                <a:solidFill>
                  <a:schemeClr val="tx1"/>
                </a:solidFill>
                <a:latin typeface="Times" pitchFamily="-111" charset="0"/>
                <a:ea typeface="ＭＳ Ｐゴシック" panose="020B0600070205080204" pitchFamily="34" charset="-128"/>
              </a:defRPr>
            </a:lvl4pPr>
            <a:lvl5pPr marL="2057400" indent="-228600">
              <a:spcBef>
                <a:spcPct val="30000"/>
              </a:spcBef>
              <a:defRPr sz="1200">
                <a:solidFill>
                  <a:schemeClr val="tx1"/>
                </a:solidFill>
                <a:latin typeface="Times" pitchFamily="-111"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9pPr>
          </a:lstStyle>
          <a:p>
            <a:pPr>
              <a:spcBef>
                <a:spcPct val="0"/>
              </a:spcBef>
            </a:pPr>
            <a:fld id="{7B11AA2D-C27E-044F-AF3C-81B2F3560889}" type="slidenum">
              <a:rPr lang="en-US" altLang="en-US" smtClean="0"/>
              <a:pPr>
                <a:spcBef>
                  <a:spcPct val="0"/>
                </a:spcBef>
              </a:pPr>
              <a:t>11</a:t>
            </a:fld>
            <a:endParaRPr lang="en-US" altLang="en-US"/>
          </a:p>
        </p:txBody>
      </p:sp>
      <p:sp>
        <p:nvSpPr>
          <p:cNvPr id="27650" name="Rectangle 2">
            <a:extLst>
              <a:ext uri="{FF2B5EF4-FFF2-40B4-BE49-F238E27FC236}">
                <a16:creationId xmlns:a16="http://schemas.microsoft.com/office/drawing/2014/main" id="{F1DB4453-DEAA-4224-804D-D99844296CB4}"/>
              </a:ext>
            </a:extLst>
          </p:cNvPr>
          <p:cNvSpPr>
            <a:spLocks noGrp="1" noRot="1" noChangeAspect="1" noChangeArrowheads="1" noTextEdit="1"/>
          </p:cNvSpPr>
          <p:nvPr>
            <p:ph type="sldImg"/>
          </p:nvPr>
        </p:nvSpPr>
        <p:spPr>
          <a:ln/>
        </p:spPr>
        <p:txBody>
          <a:bodyPr/>
          <a:lstStyle/>
          <a:p>
            <a:endParaRPr lang="en-US"/>
          </a:p>
        </p:txBody>
      </p:sp>
      <p:sp>
        <p:nvSpPr>
          <p:cNvPr id="27651" name="Rectangle 3">
            <a:extLst>
              <a:ext uri="{FF2B5EF4-FFF2-40B4-BE49-F238E27FC236}">
                <a16:creationId xmlns:a16="http://schemas.microsoft.com/office/drawing/2014/main" id="{946E0782-D4F8-A05E-3A7F-57BD82BC37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4451541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74F81-E145-A642-BBBE-875CA34AB7F3}"/>
            </a:ext>
          </a:extLst>
        </p:cNvPr>
        <p:cNvGrpSpPr/>
        <p:nvPr/>
      </p:nvGrpSpPr>
      <p:grpSpPr>
        <a:xfrm>
          <a:off x="0" y="0"/>
          <a:ext cx="0" cy="0"/>
          <a:chOff x="0" y="0"/>
          <a:chExt cx="0" cy="0"/>
        </a:xfrm>
      </p:grpSpPr>
      <p:sp>
        <p:nvSpPr>
          <p:cNvPr id="27649" name="Rectangle 7">
            <a:extLst>
              <a:ext uri="{FF2B5EF4-FFF2-40B4-BE49-F238E27FC236}">
                <a16:creationId xmlns:a16="http://schemas.microsoft.com/office/drawing/2014/main" id="{21E95FE6-03DE-7F77-60FB-EA1165EFCF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itchFamily="-111" charset="0"/>
                <a:ea typeface="ＭＳ Ｐゴシック" panose="020B0600070205080204" pitchFamily="34" charset="-128"/>
              </a:defRPr>
            </a:lvl1pPr>
            <a:lvl2pPr marL="742950" indent="-285750">
              <a:spcBef>
                <a:spcPct val="30000"/>
              </a:spcBef>
              <a:defRPr sz="1200">
                <a:solidFill>
                  <a:schemeClr val="tx1"/>
                </a:solidFill>
                <a:latin typeface="Times" pitchFamily="-111" charset="0"/>
                <a:ea typeface="ＭＳ Ｐゴシック" panose="020B0600070205080204" pitchFamily="34" charset="-128"/>
              </a:defRPr>
            </a:lvl2pPr>
            <a:lvl3pPr marL="1143000" indent="-228600">
              <a:spcBef>
                <a:spcPct val="30000"/>
              </a:spcBef>
              <a:defRPr sz="1200">
                <a:solidFill>
                  <a:schemeClr val="tx1"/>
                </a:solidFill>
                <a:latin typeface="Times" pitchFamily="-111" charset="0"/>
                <a:ea typeface="ＭＳ Ｐゴシック" panose="020B0600070205080204" pitchFamily="34" charset="-128"/>
              </a:defRPr>
            </a:lvl3pPr>
            <a:lvl4pPr marL="1600200" indent="-228600">
              <a:spcBef>
                <a:spcPct val="30000"/>
              </a:spcBef>
              <a:defRPr sz="1200">
                <a:solidFill>
                  <a:schemeClr val="tx1"/>
                </a:solidFill>
                <a:latin typeface="Times" pitchFamily="-111" charset="0"/>
                <a:ea typeface="ＭＳ Ｐゴシック" panose="020B0600070205080204" pitchFamily="34" charset="-128"/>
              </a:defRPr>
            </a:lvl4pPr>
            <a:lvl5pPr marL="2057400" indent="-228600">
              <a:spcBef>
                <a:spcPct val="30000"/>
              </a:spcBef>
              <a:defRPr sz="1200">
                <a:solidFill>
                  <a:schemeClr val="tx1"/>
                </a:solidFill>
                <a:latin typeface="Times" pitchFamily="-111"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9pPr>
          </a:lstStyle>
          <a:p>
            <a:pPr>
              <a:spcBef>
                <a:spcPct val="0"/>
              </a:spcBef>
            </a:pPr>
            <a:fld id="{7B11AA2D-C27E-044F-AF3C-81B2F3560889}" type="slidenum">
              <a:rPr lang="en-US" altLang="en-US" smtClean="0"/>
              <a:pPr>
                <a:spcBef>
                  <a:spcPct val="0"/>
                </a:spcBef>
              </a:pPr>
              <a:t>12</a:t>
            </a:fld>
            <a:endParaRPr lang="en-US" altLang="en-US"/>
          </a:p>
        </p:txBody>
      </p:sp>
      <p:sp>
        <p:nvSpPr>
          <p:cNvPr id="27650" name="Rectangle 2">
            <a:extLst>
              <a:ext uri="{FF2B5EF4-FFF2-40B4-BE49-F238E27FC236}">
                <a16:creationId xmlns:a16="http://schemas.microsoft.com/office/drawing/2014/main" id="{1D441EE1-6FA3-0CD5-2CBB-CE3C48BFEE30}"/>
              </a:ext>
            </a:extLst>
          </p:cNvPr>
          <p:cNvSpPr>
            <a:spLocks noGrp="1" noRot="1" noChangeAspect="1" noChangeArrowheads="1" noTextEdit="1"/>
          </p:cNvSpPr>
          <p:nvPr>
            <p:ph type="sldImg"/>
          </p:nvPr>
        </p:nvSpPr>
        <p:spPr>
          <a:ln/>
        </p:spPr>
        <p:txBody>
          <a:bodyPr/>
          <a:lstStyle/>
          <a:p>
            <a:endParaRPr lang="en-US"/>
          </a:p>
        </p:txBody>
      </p:sp>
      <p:sp>
        <p:nvSpPr>
          <p:cNvPr id="27651" name="Rectangle 3">
            <a:extLst>
              <a:ext uri="{FF2B5EF4-FFF2-40B4-BE49-F238E27FC236}">
                <a16:creationId xmlns:a16="http://schemas.microsoft.com/office/drawing/2014/main" id="{76745953-54DE-140E-CA44-1B5BADDB48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8569286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19830-6E3A-9433-B974-78A94086401C}"/>
            </a:ext>
          </a:extLst>
        </p:cNvPr>
        <p:cNvGrpSpPr/>
        <p:nvPr/>
      </p:nvGrpSpPr>
      <p:grpSpPr>
        <a:xfrm>
          <a:off x="0" y="0"/>
          <a:ext cx="0" cy="0"/>
          <a:chOff x="0" y="0"/>
          <a:chExt cx="0" cy="0"/>
        </a:xfrm>
      </p:grpSpPr>
      <p:sp>
        <p:nvSpPr>
          <p:cNvPr id="27649" name="Rectangle 7">
            <a:extLst>
              <a:ext uri="{FF2B5EF4-FFF2-40B4-BE49-F238E27FC236}">
                <a16:creationId xmlns:a16="http://schemas.microsoft.com/office/drawing/2014/main" id="{FF82F756-38E4-1B11-B234-BA1018F13A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itchFamily="-111" charset="0"/>
                <a:ea typeface="ＭＳ Ｐゴシック" panose="020B0600070205080204" pitchFamily="34" charset="-128"/>
              </a:defRPr>
            </a:lvl1pPr>
            <a:lvl2pPr marL="742950" indent="-285750">
              <a:spcBef>
                <a:spcPct val="30000"/>
              </a:spcBef>
              <a:defRPr sz="1200">
                <a:solidFill>
                  <a:schemeClr val="tx1"/>
                </a:solidFill>
                <a:latin typeface="Times" pitchFamily="-111" charset="0"/>
                <a:ea typeface="ＭＳ Ｐゴシック" panose="020B0600070205080204" pitchFamily="34" charset="-128"/>
              </a:defRPr>
            </a:lvl2pPr>
            <a:lvl3pPr marL="1143000" indent="-228600">
              <a:spcBef>
                <a:spcPct val="30000"/>
              </a:spcBef>
              <a:defRPr sz="1200">
                <a:solidFill>
                  <a:schemeClr val="tx1"/>
                </a:solidFill>
                <a:latin typeface="Times" pitchFamily="-111" charset="0"/>
                <a:ea typeface="ＭＳ Ｐゴシック" panose="020B0600070205080204" pitchFamily="34" charset="-128"/>
              </a:defRPr>
            </a:lvl3pPr>
            <a:lvl4pPr marL="1600200" indent="-228600">
              <a:spcBef>
                <a:spcPct val="30000"/>
              </a:spcBef>
              <a:defRPr sz="1200">
                <a:solidFill>
                  <a:schemeClr val="tx1"/>
                </a:solidFill>
                <a:latin typeface="Times" pitchFamily="-111" charset="0"/>
                <a:ea typeface="ＭＳ Ｐゴシック" panose="020B0600070205080204" pitchFamily="34" charset="-128"/>
              </a:defRPr>
            </a:lvl4pPr>
            <a:lvl5pPr marL="2057400" indent="-228600">
              <a:spcBef>
                <a:spcPct val="30000"/>
              </a:spcBef>
              <a:defRPr sz="1200">
                <a:solidFill>
                  <a:schemeClr val="tx1"/>
                </a:solidFill>
                <a:latin typeface="Times" pitchFamily="-111"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9pPr>
          </a:lstStyle>
          <a:p>
            <a:pPr>
              <a:spcBef>
                <a:spcPct val="0"/>
              </a:spcBef>
            </a:pPr>
            <a:fld id="{7B11AA2D-C27E-044F-AF3C-81B2F3560889}" type="slidenum">
              <a:rPr lang="en-US" altLang="en-US" smtClean="0"/>
              <a:pPr>
                <a:spcBef>
                  <a:spcPct val="0"/>
                </a:spcBef>
              </a:pPr>
              <a:t>13</a:t>
            </a:fld>
            <a:endParaRPr lang="en-US" altLang="en-US"/>
          </a:p>
        </p:txBody>
      </p:sp>
      <p:sp>
        <p:nvSpPr>
          <p:cNvPr id="27650" name="Rectangle 2">
            <a:extLst>
              <a:ext uri="{FF2B5EF4-FFF2-40B4-BE49-F238E27FC236}">
                <a16:creationId xmlns:a16="http://schemas.microsoft.com/office/drawing/2014/main" id="{EBE83994-7C8E-0F58-E149-6F33F35821A8}"/>
              </a:ext>
            </a:extLst>
          </p:cNvPr>
          <p:cNvSpPr>
            <a:spLocks noGrp="1" noRot="1" noChangeAspect="1" noChangeArrowheads="1" noTextEdit="1"/>
          </p:cNvSpPr>
          <p:nvPr>
            <p:ph type="sldImg"/>
          </p:nvPr>
        </p:nvSpPr>
        <p:spPr>
          <a:ln/>
        </p:spPr>
        <p:txBody>
          <a:bodyPr/>
          <a:lstStyle/>
          <a:p>
            <a:endParaRPr lang="en-US"/>
          </a:p>
        </p:txBody>
      </p:sp>
      <p:sp>
        <p:nvSpPr>
          <p:cNvPr id="27651" name="Rectangle 3">
            <a:extLst>
              <a:ext uri="{FF2B5EF4-FFF2-40B4-BE49-F238E27FC236}">
                <a16:creationId xmlns:a16="http://schemas.microsoft.com/office/drawing/2014/main" id="{E4CAB12B-F4F6-4F6C-57D3-953E85B104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356608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22803-E558-80C5-3E03-E6F4D92CBFE8}"/>
            </a:ext>
          </a:extLst>
        </p:cNvPr>
        <p:cNvGrpSpPr/>
        <p:nvPr/>
      </p:nvGrpSpPr>
      <p:grpSpPr>
        <a:xfrm>
          <a:off x="0" y="0"/>
          <a:ext cx="0" cy="0"/>
          <a:chOff x="0" y="0"/>
          <a:chExt cx="0" cy="0"/>
        </a:xfrm>
      </p:grpSpPr>
      <p:sp>
        <p:nvSpPr>
          <p:cNvPr id="27649" name="Rectangle 7">
            <a:extLst>
              <a:ext uri="{FF2B5EF4-FFF2-40B4-BE49-F238E27FC236}">
                <a16:creationId xmlns:a16="http://schemas.microsoft.com/office/drawing/2014/main" id="{1151D439-943F-AF08-5AD4-2B64A83869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itchFamily="-111" charset="0"/>
                <a:ea typeface="ＭＳ Ｐゴシック" panose="020B0600070205080204" pitchFamily="34" charset="-128"/>
              </a:defRPr>
            </a:lvl1pPr>
            <a:lvl2pPr marL="742950" indent="-285750">
              <a:spcBef>
                <a:spcPct val="30000"/>
              </a:spcBef>
              <a:defRPr sz="1200">
                <a:solidFill>
                  <a:schemeClr val="tx1"/>
                </a:solidFill>
                <a:latin typeface="Times" pitchFamily="-111" charset="0"/>
                <a:ea typeface="ＭＳ Ｐゴシック" panose="020B0600070205080204" pitchFamily="34" charset="-128"/>
              </a:defRPr>
            </a:lvl2pPr>
            <a:lvl3pPr marL="1143000" indent="-228600">
              <a:spcBef>
                <a:spcPct val="30000"/>
              </a:spcBef>
              <a:defRPr sz="1200">
                <a:solidFill>
                  <a:schemeClr val="tx1"/>
                </a:solidFill>
                <a:latin typeface="Times" pitchFamily="-111" charset="0"/>
                <a:ea typeface="ＭＳ Ｐゴシック" panose="020B0600070205080204" pitchFamily="34" charset="-128"/>
              </a:defRPr>
            </a:lvl3pPr>
            <a:lvl4pPr marL="1600200" indent="-228600">
              <a:spcBef>
                <a:spcPct val="30000"/>
              </a:spcBef>
              <a:defRPr sz="1200">
                <a:solidFill>
                  <a:schemeClr val="tx1"/>
                </a:solidFill>
                <a:latin typeface="Times" pitchFamily="-111" charset="0"/>
                <a:ea typeface="ＭＳ Ｐゴシック" panose="020B0600070205080204" pitchFamily="34" charset="-128"/>
              </a:defRPr>
            </a:lvl4pPr>
            <a:lvl5pPr marL="2057400" indent="-228600">
              <a:spcBef>
                <a:spcPct val="30000"/>
              </a:spcBef>
              <a:defRPr sz="1200">
                <a:solidFill>
                  <a:schemeClr val="tx1"/>
                </a:solidFill>
                <a:latin typeface="Times" pitchFamily="-111"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pitchFamily="-111" charset="0"/>
                <a:ea typeface="ＭＳ Ｐゴシック" panose="020B0600070205080204" pitchFamily="34" charset="-128"/>
              </a:defRPr>
            </a:lvl9pPr>
          </a:lstStyle>
          <a:p>
            <a:pPr>
              <a:spcBef>
                <a:spcPct val="0"/>
              </a:spcBef>
            </a:pPr>
            <a:fld id="{7B11AA2D-C27E-044F-AF3C-81B2F3560889}" type="slidenum">
              <a:rPr lang="en-US" altLang="en-US" smtClean="0"/>
              <a:pPr>
                <a:spcBef>
                  <a:spcPct val="0"/>
                </a:spcBef>
              </a:pPr>
              <a:t>14</a:t>
            </a:fld>
            <a:endParaRPr lang="en-US" altLang="en-US"/>
          </a:p>
        </p:txBody>
      </p:sp>
      <p:sp>
        <p:nvSpPr>
          <p:cNvPr id="27650" name="Rectangle 2">
            <a:extLst>
              <a:ext uri="{FF2B5EF4-FFF2-40B4-BE49-F238E27FC236}">
                <a16:creationId xmlns:a16="http://schemas.microsoft.com/office/drawing/2014/main" id="{EC0918C0-648C-FD6E-5136-EC19B329FEE5}"/>
              </a:ext>
            </a:extLst>
          </p:cNvPr>
          <p:cNvSpPr>
            <a:spLocks noGrp="1" noRot="1" noChangeAspect="1" noChangeArrowheads="1" noTextEdit="1"/>
          </p:cNvSpPr>
          <p:nvPr>
            <p:ph type="sldImg"/>
          </p:nvPr>
        </p:nvSpPr>
        <p:spPr>
          <a:ln/>
        </p:spPr>
        <p:txBody>
          <a:bodyPr/>
          <a:lstStyle/>
          <a:p>
            <a:endParaRPr lang="en-US"/>
          </a:p>
        </p:txBody>
      </p:sp>
      <p:sp>
        <p:nvSpPr>
          <p:cNvPr id="27651" name="Rectangle 3">
            <a:extLst>
              <a:ext uri="{FF2B5EF4-FFF2-40B4-BE49-F238E27FC236}">
                <a16:creationId xmlns:a16="http://schemas.microsoft.com/office/drawing/2014/main" id="{C0A1CEFF-96B7-2C83-72BF-9B19E827DC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51687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727221F1-5AF0-C3CD-40CE-883740094300}"/>
              </a:ext>
            </a:extLst>
          </p:cNvPr>
          <p:cNvSpPr>
            <a:spLocks noGrp="1"/>
          </p:cNvSpPr>
          <p:nvPr>
            <p:ph type="dt" sz="half" idx="10"/>
          </p:nvPr>
        </p:nvSpPr>
        <p:spPr/>
        <p:txBody>
          <a:bodyPr/>
          <a:lstStyle>
            <a:lvl1pPr>
              <a:defRPr/>
            </a:lvl1pPr>
          </a:lstStyle>
          <a:p>
            <a:pPr>
              <a:defRPr/>
            </a:pPr>
            <a:fld id="{408CC110-7B2F-E74B-9E27-7B9BEA70C649}" type="datetime1">
              <a:rPr lang="en-US"/>
              <a:pPr>
                <a:defRPr/>
              </a:pPr>
              <a:t>4/23/26</a:t>
            </a:fld>
            <a:endParaRPr lang="en-US"/>
          </a:p>
        </p:txBody>
      </p:sp>
      <p:sp>
        <p:nvSpPr>
          <p:cNvPr id="5" name="Footer Placeholder 4">
            <a:extLst>
              <a:ext uri="{FF2B5EF4-FFF2-40B4-BE49-F238E27FC236}">
                <a16:creationId xmlns:a16="http://schemas.microsoft.com/office/drawing/2014/main" id="{EF2AD8C2-5454-AA2F-BE43-8EE0C232571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02B45D8-61C1-6203-4C80-57DC8628A67E}"/>
              </a:ext>
            </a:extLst>
          </p:cNvPr>
          <p:cNvSpPr>
            <a:spLocks noGrp="1"/>
          </p:cNvSpPr>
          <p:nvPr>
            <p:ph type="sldNum" sz="quarter" idx="12"/>
          </p:nvPr>
        </p:nvSpPr>
        <p:spPr/>
        <p:txBody>
          <a:bodyPr/>
          <a:lstStyle>
            <a:lvl1pPr>
              <a:defRPr/>
            </a:lvl1pPr>
          </a:lstStyle>
          <a:p>
            <a:pPr>
              <a:defRPr/>
            </a:pPr>
            <a:fld id="{10774D2D-3885-A947-800A-D957B5617B6B}" type="slidenum">
              <a:rPr lang="en-US" altLang="en-US"/>
              <a:pPr>
                <a:defRPr/>
              </a:pPr>
              <a:t>‹#›</a:t>
            </a:fld>
            <a:endParaRPr lang="en-US" altLang="en-US"/>
          </a:p>
        </p:txBody>
      </p:sp>
    </p:spTree>
    <p:extLst>
      <p:ext uri="{BB962C8B-B14F-4D97-AF65-F5344CB8AC3E}">
        <p14:creationId xmlns:p14="http://schemas.microsoft.com/office/powerpoint/2010/main" val="1155250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0F611B-FE55-BCC1-D35A-1D78A34034E0}"/>
              </a:ext>
            </a:extLst>
          </p:cNvPr>
          <p:cNvSpPr>
            <a:spLocks noGrp="1"/>
          </p:cNvSpPr>
          <p:nvPr>
            <p:ph type="dt" sz="half" idx="10"/>
          </p:nvPr>
        </p:nvSpPr>
        <p:spPr/>
        <p:txBody>
          <a:bodyPr/>
          <a:lstStyle>
            <a:lvl1pPr>
              <a:defRPr/>
            </a:lvl1pPr>
          </a:lstStyle>
          <a:p>
            <a:pPr>
              <a:defRPr/>
            </a:pPr>
            <a:fld id="{6D3076C3-FF3A-E846-AC2C-9530BBA60D1F}" type="datetime1">
              <a:rPr lang="en-US"/>
              <a:pPr>
                <a:defRPr/>
              </a:pPr>
              <a:t>4/23/26</a:t>
            </a:fld>
            <a:endParaRPr lang="en-US"/>
          </a:p>
        </p:txBody>
      </p:sp>
      <p:sp>
        <p:nvSpPr>
          <p:cNvPr id="5" name="Footer Placeholder 4">
            <a:extLst>
              <a:ext uri="{FF2B5EF4-FFF2-40B4-BE49-F238E27FC236}">
                <a16:creationId xmlns:a16="http://schemas.microsoft.com/office/drawing/2014/main" id="{62AB053E-15B9-8571-FFDA-BFECE776961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B097E91-449E-8BFA-8182-166BFBE76174}"/>
              </a:ext>
            </a:extLst>
          </p:cNvPr>
          <p:cNvSpPr>
            <a:spLocks noGrp="1"/>
          </p:cNvSpPr>
          <p:nvPr>
            <p:ph type="sldNum" sz="quarter" idx="12"/>
          </p:nvPr>
        </p:nvSpPr>
        <p:spPr/>
        <p:txBody>
          <a:bodyPr/>
          <a:lstStyle>
            <a:lvl1pPr>
              <a:defRPr/>
            </a:lvl1pPr>
          </a:lstStyle>
          <a:p>
            <a:pPr>
              <a:defRPr/>
            </a:pPr>
            <a:fld id="{E640D9C9-C05E-5444-8FB0-B47CB6F1741D}" type="slidenum">
              <a:rPr lang="en-US" altLang="en-US"/>
              <a:pPr>
                <a:defRPr/>
              </a:pPr>
              <a:t>‹#›</a:t>
            </a:fld>
            <a:endParaRPr lang="en-US" altLang="en-US"/>
          </a:p>
        </p:txBody>
      </p:sp>
    </p:spTree>
    <p:extLst>
      <p:ext uri="{BB962C8B-B14F-4D97-AF65-F5344CB8AC3E}">
        <p14:creationId xmlns:p14="http://schemas.microsoft.com/office/powerpoint/2010/main" val="3468838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D976C4-C1A9-88B0-C3D4-C3A6F15B7B54}"/>
              </a:ext>
            </a:extLst>
          </p:cNvPr>
          <p:cNvSpPr>
            <a:spLocks noGrp="1"/>
          </p:cNvSpPr>
          <p:nvPr>
            <p:ph type="dt" sz="half" idx="10"/>
          </p:nvPr>
        </p:nvSpPr>
        <p:spPr/>
        <p:txBody>
          <a:bodyPr/>
          <a:lstStyle>
            <a:lvl1pPr>
              <a:defRPr/>
            </a:lvl1pPr>
          </a:lstStyle>
          <a:p>
            <a:pPr>
              <a:defRPr/>
            </a:pPr>
            <a:fld id="{E4EB6174-B360-8245-8290-527B5B05F58F}" type="datetime1">
              <a:rPr lang="en-US"/>
              <a:pPr>
                <a:defRPr/>
              </a:pPr>
              <a:t>4/23/26</a:t>
            </a:fld>
            <a:endParaRPr lang="en-US"/>
          </a:p>
        </p:txBody>
      </p:sp>
      <p:sp>
        <p:nvSpPr>
          <p:cNvPr id="5" name="Footer Placeholder 4">
            <a:extLst>
              <a:ext uri="{FF2B5EF4-FFF2-40B4-BE49-F238E27FC236}">
                <a16:creationId xmlns:a16="http://schemas.microsoft.com/office/drawing/2014/main" id="{2D5A1D3B-94A8-313B-2A17-33AA1B4247F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9529E8D-F803-3BF3-300E-B972D751D6A4}"/>
              </a:ext>
            </a:extLst>
          </p:cNvPr>
          <p:cNvSpPr>
            <a:spLocks noGrp="1"/>
          </p:cNvSpPr>
          <p:nvPr>
            <p:ph type="sldNum" sz="quarter" idx="12"/>
          </p:nvPr>
        </p:nvSpPr>
        <p:spPr/>
        <p:txBody>
          <a:bodyPr/>
          <a:lstStyle>
            <a:lvl1pPr>
              <a:defRPr/>
            </a:lvl1pPr>
          </a:lstStyle>
          <a:p>
            <a:pPr>
              <a:defRPr/>
            </a:pPr>
            <a:fld id="{4262564A-0EFD-0E44-B2D6-45E1CC8E2B82}" type="slidenum">
              <a:rPr lang="en-US" altLang="en-US"/>
              <a:pPr>
                <a:defRPr/>
              </a:pPr>
              <a:t>‹#›</a:t>
            </a:fld>
            <a:endParaRPr lang="en-US" altLang="en-US"/>
          </a:p>
        </p:txBody>
      </p:sp>
    </p:spTree>
    <p:extLst>
      <p:ext uri="{BB962C8B-B14F-4D97-AF65-F5344CB8AC3E}">
        <p14:creationId xmlns:p14="http://schemas.microsoft.com/office/powerpoint/2010/main" val="75302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43E2CCB6-FA18-0D45-0332-20016B221618}"/>
              </a:ext>
            </a:extLst>
          </p:cNvPr>
          <p:cNvSpPr>
            <a:spLocks noGrp="1"/>
          </p:cNvSpPr>
          <p:nvPr>
            <p:ph type="dt" sz="half" idx="10"/>
          </p:nvPr>
        </p:nvSpPr>
        <p:spPr/>
        <p:txBody>
          <a:bodyPr/>
          <a:lstStyle>
            <a:lvl1pPr>
              <a:defRPr/>
            </a:lvl1pPr>
          </a:lstStyle>
          <a:p>
            <a:pPr>
              <a:defRPr/>
            </a:pPr>
            <a:fld id="{9DB7EFD5-01B4-8649-9D30-86397541D69C}" type="datetime1">
              <a:rPr lang="en-US"/>
              <a:pPr>
                <a:defRPr/>
              </a:pPr>
              <a:t>4/23/26</a:t>
            </a:fld>
            <a:endParaRPr lang="en-US"/>
          </a:p>
        </p:txBody>
      </p:sp>
      <p:sp>
        <p:nvSpPr>
          <p:cNvPr id="6" name="Footer Placeholder 4">
            <a:extLst>
              <a:ext uri="{FF2B5EF4-FFF2-40B4-BE49-F238E27FC236}">
                <a16:creationId xmlns:a16="http://schemas.microsoft.com/office/drawing/2014/main" id="{8337F06C-91A6-B332-243A-59B6E5BFBB8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4F0D2F7-15E0-D2E8-3D27-EBBB447068A3}"/>
              </a:ext>
            </a:extLst>
          </p:cNvPr>
          <p:cNvSpPr>
            <a:spLocks noGrp="1"/>
          </p:cNvSpPr>
          <p:nvPr>
            <p:ph type="sldNum" sz="quarter" idx="12"/>
          </p:nvPr>
        </p:nvSpPr>
        <p:spPr/>
        <p:txBody>
          <a:bodyPr/>
          <a:lstStyle>
            <a:lvl1pPr>
              <a:defRPr/>
            </a:lvl1pPr>
          </a:lstStyle>
          <a:p>
            <a:pPr>
              <a:defRPr/>
            </a:pPr>
            <a:fld id="{FAC92B59-2488-7D49-8CF1-105B597BB5D7}" type="slidenum">
              <a:rPr lang="en-US" altLang="en-US"/>
              <a:pPr>
                <a:defRPr/>
              </a:pPr>
              <a:t>‹#›</a:t>
            </a:fld>
            <a:endParaRPr lang="en-US" altLang="en-US"/>
          </a:p>
        </p:txBody>
      </p:sp>
    </p:spTree>
    <p:extLst>
      <p:ext uri="{BB962C8B-B14F-4D97-AF65-F5344CB8AC3E}">
        <p14:creationId xmlns:p14="http://schemas.microsoft.com/office/powerpoint/2010/main" val="714928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C45B44F-3DEA-7B80-DA86-2C5BB8F6475F}"/>
              </a:ext>
            </a:extLst>
          </p:cNvPr>
          <p:cNvSpPr>
            <a:spLocks noGrp="1"/>
          </p:cNvSpPr>
          <p:nvPr>
            <p:ph type="dt" sz="half" idx="10"/>
          </p:nvPr>
        </p:nvSpPr>
        <p:spPr/>
        <p:txBody>
          <a:bodyPr/>
          <a:lstStyle>
            <a:lvl1pPr>
              <a:defRPr/>
            </a:lvl1pPr>
          </a:lstStyle>
          <a:p>
            <a:pPr>
              <a:defRPr/>
            </a:pPr>
            <a:fld id="{66D2634D-EE85-8246-8D75-810C6BC63898}" type="datetime1">
              <a:rPr lang="en-US"/>
              <a:pPr>
                <a:defRPr/>
              </a:pPr>
              <a:t>4/23/26</a:t>
            </a:fld>
            <a:endParaRPr lang="en-US"/>
          </a:p>
        </p:txBody>
      </p:sp>
      <p:sp>
        <p:nvSpPr>
          <p:cNvPr id="8" name="Footer Placeholder 4">
            <a:extLst>
              <a:ext uri="{FF2B5EF4-FFF2-40B4-BE49-F238E27FC236}">
                <a16:creationId xmlns:a16="http://schemas.microsoft.com/office/drawing/2014/main" id="{29083F08-9E63-3445-BE2E-A769676574A2}"/>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0378EE59-6717-75C2-750C-E43E494D206B}"/>
              </a:ext>
            </a:extLst>
          </p:cNvPr>
          <p:cNvSpPr>
            <a:spLocks noGrp="1"/>
          </p:cNvSpPr>
          <p:nvPr>
            <p:ph type="sldNum" sz="quarter" idx="12"/>
          </p:nvPr>
        </p:nvSpPr>
        <p:spPr/>
        <p:txBody>
          <a:bodyPr/>
          <a:lstStyle>
            <a:lvl1pPr>
              <a:defRPr/>
            </a:lvl1pPr>
          </a:lstStyle>
          <a:p>
            <a:pPr>
              <a:defRPr/>
            </a:pPr>
            <a:fld id="{833D015A-F57D-B549-B0F0-47EB9CEB03E7}" type="slidenum">
              <a:rPr lang="en-US" altLang="en-US"/>
              <a:pPr>
                <a:defRPr/>
              </a:pPr>
              <a:t>‹#›</a:t>
            </a:fld>
            <a:endParaRPr lang="en-US" altLang="en-US"/>
          </a:p>
        </p:txBody>
      </p:sp>
    </p:spTree>
    <p:extLst>
      <p:ext uri="{BB962C8B-B14F-4D97-AF65-F5344CB8AC3E}">
        <p14:creationId xmlns:p14="http://schemas.microsoft.com/office/powerpoint/2010/main" val="1973114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5976A994-7283-B7DC-E277-5F01C16E3A22}"/>
              </a:ext>
            </a:extLst>
          </p:cNvPr>
          <p:cNvSpPr>
            <a:spLocks noGrp="1"/>
          </p:cNvSpPr>
          <p:nvPr>
            <p:ph type="dt" sz="half" idx="10"/>
          </p:nvPr>
        </p:nvSpPr>
        <p:spPr/>
        <p:txBody>
          <a:bodyPr/>
          <a:lstStyle>
            <a:lvl1pPr>
              <a:defRPr/>
            </a:lvl1pPr>
          </a:lstStyle>
          <a:p>
            <a:pPr>
              <a:defRPr/>
            </a:pPr>
            <a:fld id="{6ADC31AE-6B3A-604B-ADE5-CE9DE2CCFD4A}" type="datetime1">
              <a:rPr lang="en-US"/>
              <a:pPr>
                <a:defRPr/>
              </a:pPr>
              <a:t>4/23/26</a:t>
            </a:fld>
            <a:endParaRPr lang="en-US"/>
          </a:p>
        </p:txBody>
      </p:sp>
      <p:sp>
        <p:nvSpPr>
          <p:cNvPr id="4" name="Footer Placeholder 4">
            <a:extLst>
              <a:ext uri="{FF2B5EF4-FFF2-40B4-BE49-F238E27FC236}">
                <a16:creationId xmlns:a16="http://schemas.microsoft.com/office/drawing/2014/main" id="{8ABE0762-201E-B34E-72B5-09F01482A37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FB8DCC22-E538-2E09-E0A1-48B789F0A0E1}"/>
              </a:ext>
            </a:extLst>
          </p:cNvPr>
          <p:cNvSpPr>
            <a:spLocks noGrp="1"/>
          </p:cNvSpPr>
          <p:nvPr>
            <p:ph type="sldNum" sz="quarter" idx="12"/>
          </p:nvPr>
        </p:nvSpPr>
        <p:spPr/>
        <p:txBody>
          <a:bodyPr/>
          <a:lstStyle>
            <a:lvl1pPr>
              <a:defRPr/>
            </a:lvl1pPr>
          </a:lstStyle>
          <a:p>
            <a:pPr>
              <a:defRPr/>
            </a:pPr>
            <a:fld id="{A3F28E23-AC4E-254C-BED5-4DABD61E6375}" type="slidenum">
              <a:rPr lang="en-US" altLang="en-US"/>
              <a:pPr>
                <a:defRPr/>
              </a:pPr>
              <a:t>‹#›</a:t>
            </a:fld>
            <a:endParaRPr lang="en-US" altLang="en-US"/>
          </a:p>
        </p:txBody>
      </p:sp>
    </p:spTree>
    <p:extLst>
      <p:ext uri="{BB962C8B-B14F-4D97-AF65-F5344CB8AC3E}">
        <p14:creationId xmlns:p14="http://schemas.microsoft.com/office/powerpoint/2010/main" val="1971995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3C9CCD7-EBED-2833-C60B-96631920076D}"/>
              </a:ext>
            </a:extLst>
          </p:cNvPr>
          <p:cNvSpPr>
            <a:spLocks noGrp="1"/>
          </p:cNvSpPr>
          <p:nvPr>
            <p:ph type="dt" sz="half" idx="10"/>
          </p:nvPr>
        </p:nvSpPr>
        <p:spPr/>
        <p:txBody>
          <a:bodyPr/>
          <a:lstStyle>
            <a:lvl1pPr>
              <a:defRPr/>
            </a:lvl1pPr>
          </a:lstStyle>
          <a:p>
            <a:pPr>
              <a:defRPr/>
            </a:pPr>
            <a:fld id="{BD099B39-895D-E84A-9616-F50FF3E63F8F}" type="datetime1">
              <a:rPr lang="en-US"/>
              <a:pPr>
                <a:defRPr/>
              </a:pPr>
              <a:t>4/23/26</a:t>
            </a:fld>
            <a:endParaRPr lang="en-US"/>
          </a:p>
        </p:txBody>
      </p:sp>
      <p:sp>
        <p:nvSpPr>
          <p:cNvPr id="3" name="Footer Placeholder 4">
            <a:extLst>
              <a:ext uri="{FF2B5EF4-FFF2-40B4-BE49-F238E27FC236}">
                <a16:creationId xmlns:a16="http://schemas.microsoft.com/office/drawing/2014/main" id="{663F2642-0E45-2BA1-CE68-517020C3265E}"/>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F6AC6E6B-4BB9-79C1-3662-B2D46C1386CC}"/>
              </a:ext>
            </a:extLst>
          </p:cNvPr>
          <p:cNvSpPr>
            <a:spLocks noGrp="1"/>
          </p:cNvSpPr>
          <p:nvPr>
            <p:ph type="sldNum" sz="quarter" idx="12"/>
          </p:nvPr>
        </p:nvSpPr>
        <p:spPr/>
        <p:txBody>
          <a:bodyPr/>
          <a:lstStyle>
            <a:lvl1pPr>
              <a:defRPr/>
            </a:lvl1pPr>
          </a:lstStyle>
          <a:p>
            <a:pPr>
              <a:defRPr/>
            </a:pPr>
            <a:fld id="{E3D40F81-E262-BC40-8933-6318BD4FF3F7}" type="slidenum">
              <a:rPr lang="en-US" altLang="en-US"/>
              <a:pPr>
                <a:defRPr/>
              </a:pPr>
              <a:t>‹#›</a:t>
            </a:fld>
            <a:endParaRPr lang="en-US" altLang="en-US"/>
          </a:p>
        </p:txBody>
      </p:sp>
    </p:spTree>
    <p:extLst>
      <p:ext uri="{BB962C8B-B14F-4D97-AF65-F5344CB8AC3E}">
        <p14:creationId xmlns:p14="http://schemas.microsoft.com/office/powerpoint/2010/main" val="2981272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3FEA298-B33B-B079-DAB0-CED675C66311}"/>
              </a:ext>
            </a:extLst>
          </p:cNvPr>
          <p:cNvSpPr>
            <a:spLocks noGrp="1"/>
          </p:cNvSpPr>
          <p:nvPr>
            <p:ph type="dt" sz="half" idx="10"/>
          </p:nvPr>
        </p:nvSpPr>
        <p:spPr/>
        <p:txBody>
          <a:bodyPr/>
          <a:lstStyle>
            <a:lvl1pPr>
              <a:defRPr/>
            </a:lvl1pPr>
          </a:lstStyle>
          <a:p>
            <a:pPr>
              <a:defRPr/>
            </a:pPr>
            <a:fld id="{6A3C412B-B2C9-DD42-8D55-CC05EFBA1617}" type="datetime1">
              <a:rPr lang="en-US"/>
              <a:pPr>
                <a:defRPr/>
              </a:pPr>
              <a:t>4/23/26</a:t>
            </a:fld>
            <a:endParaRPr lang="en-US"/>
          </a:p>
        </p:txBody>
      </p:sp>
      <p:sp>
        <p:nvSpPr>
          <p:cNvPr id="6" name="Footer Placeholder 4">
            <a:extLst>
              <a:ext uri="{FF2B5EF4-FFF2-40B4-BE49-F238E27FC236}">
                <a16:creationId xmlns:a16="http://schemas.microsoft.com/office/drawing/2014/main" id="{70FF55BB-9D6E-6D4A-FD40-49A11FEE1C0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A89F226-0253-84CE-B639-144AD8E3D468}"/>
              </a:ext>
            </a:extLst>
          </p:cNvPr>
          <p:cNvSpPr>
            <a:spLocks noGrp="1"/>
          </p:cNvSpPr>
          <p:nvPr>
            <p:ph type="sldNum" sz="quarter" idx="12"/>
          </p:nvPr>
        </p:nvSpPr>
        <p:spPr/>
        <p:txBody>
          <a:bodyPr/>
          <a:lstStyle>
            <a:lvl1pPr>
              <a:defRPr/>
            </a:lvl1pPr>
          </a:lstStyle>
          <a:p>
            <a:pPr>
              <a:defRPr/>
            </a:pPr>
            <a:fld id="{FFBFD74F-2059-1540-AB97-CB56434A8791}" type="slidenum">
              <a:rPr lang="en-US" altLang="en-US"/>
              <a:pPr>
                <a:defRPr/>
              </a:pPr>
              <a:t>‹#›</a:t>
            </a:fld>
            <a:endParaRPr lang="en-US" altLang="en-US"/>
          </a:p>
        </p:txBody>
      </p:sp>
    </p:spTree>
    <p:extLst>
      <p:ext uri="{BB962C8B-B14F-4D97-AF65-F5344CB8AC3E}">
        <p14:creationId xmlns:p14="http://schemas.microsoft.com/office/powerpoint/2010/main" val="1641824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976531A-E234-1BEB-BBBE-72D1C098FC66}"/>
              </a:ext>
            </a:extLst>
          </p:cNvPr>
          <p:cNvSpPr>
            <a:spLocks noGrp="1"/>
          </p:cNvSpPr>
          <p:nvPr>
            <p:ph type="dt" sz="half" idx="10"/>
          </p:nvPr>
        </p:nvSpPr>
        <p:spPr/>
        <p:txBody>
          <a:bodyPr/>
          <a:lstStyle>
            <a:lvl1pPr>
              <a:defRPr/>
            </a:lvl1pPr>
          </a:lstStyle>
          <a:p>
            <a:pPr>
              <a:defRPr/>
            </a:pPr>
            <a:fld id="{2C2F43C3-56D7-024B-9AD0-A3B54344B64B}" type="datetime1">
              <a:rPr lang="en-US"/>
              <a:pPr>
                <a:defRPr/>
              </a:pPr>
              <a:t>4/23/26</a:t>
            </a:fld>
            <a:endParaRPr lang="en-US"/>
          </a:p>
        </p:txBody>
      </p:sp>
      <p:sp>
        <p:nvSpPr>
          <p:cNvPr id="6" name="Footer Placeholder 4">
            <a:extLst>
              <a:ext uri="{FF2B5EF4-FFF2-40B4-BE49-F238E27FC236}">
                <a16:creationId xmlns:a16="http://schemas.microsoft.com/office/drawing/2014/main" id="{F09B7978-9F34-40DA-0A1C-55658824881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B7CA5B2-2D25-1B6A-D081-610F3483FA64}"/>
              </a:ext>
            </a:extLst>
          </p:cNvPr>
          <p:cNvSpPr>
            <a:spLocks noGrp="1"/>
          </p:cNvSpPr>
          <p:nvPr>
            <p:ph type="sldNum" sz="quarter" idx="12"/>
          </p:nvPr>
        </p:nvSpPr>
        <p:spPr/>
        <p:txBody>
          <a:bodyPr/>
          <a:lstStyle>
            <a:lvl1pPr>
              <a:defRPr/>
            </a:lvl1pPr>
          </a:lstStyle>
          <a:p>
            <a:pPr>
              <a:defRPr/>
            </a:pPr>
            <a:fld id="{41E08E85-5D5E-5F41-BFC6-44B41CA2817F}" type="slidenum">
              <a:rPr lang="en-US" altLang="en-US"/>
              <a:pPr>
                <a:defRPr/>
              </a:pPr>
              <a:t>‹#›</a:t>
            </a:fld>
            <a:endParaRPr lang="en-US" altLang="en-US"/>
          </a:p>
        </p:txBody>
      </p:sp>
    </p:spTree>
    <p:extLst>
      <p:ext uri="{BB962C8B-B14F-4D97-AF65-F5344CB8AC3E}">
        <p14:creationId xmlns:p14="http://schemas.microsoft.com/office/powerpoint/2010/main" val="585629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2BFF17-BF81-9F40-18DC-ADC3E8C34711}"/>
              </a:ext>
            </a:extLst>
          </p:cNvPr>
          <p:cNvSpPr>
            <a:spLocks noGrp="1"/>
          </p:cNvSpPr>
          <p:nvPr>
            <p:ph type="dt" sz="half" idx="10"/>
          </p:nvPr>
        </p:nvSpPr>
        <p:spPr/>
        <p:txBody>
          <a:bodyPr/>
          <a:lstStyle>
            <a:lvl1pPr>
              <a:defRPr/>
            </a:lvl1pPr>
          </a:lstStyle>
          <a:p>
            <a:pPr>
              <a:defRPr/>
            </a:pPr>
            <a:fld id="{95BC7B48-A2A6-564A-B24C-37DE1B1BCA6C}" type="datetime1">
              <a:rPr lang="en-US"/>
              <a:pPr>
                <a:defRPr/>
              </a:pPr>
              <a:t>4/23/26</a:t>
            </a:fld>
            <a:endParaRPr lang="en-US"/>
          </a:p>
        </p:txBody>
      </p:sp>
      <p:sp>
        <p:nvSpPr>
          <p:cNvPr id="5" name="Footer Placeholder 4">
            <a:extLst>
              <a:ext uri="{FF2B5EF4-FFF2-40B4-BE49-F238E27FC236}">
                <a16:creationId xmlns:a16="http://schemas.microsoft.com/office/drawing/2014/main" id="{61D78EA4-94D5-EE68-3EA2-76D9B413C83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EAAC5C5-DD05-BA65-A3CE-431BE8E0002B}"/>
              </a:ext>
            </a:extLst>
          </p:cNvPr>
          <p:cNvSpPr>
            <a:spLocks noGrp="1"/>
          </p:cNvSpPr>
          <p:nvPr>
            <p:ph type="sldNum" sz="quarter" idx="12"/>
          </p:nvPr>
        </p:nvSpPr>
        <p:spPr/>
        <p:txBody>
          <a:bodyPr/>
          <a:lstStyle>
            <a:lvl1pPr>
              <a:defRPr/>
            </a:lvl1pPr>
          </a:lstStyle>
          <a:p>
            <a:pPr>
              <a:defRPr/>
            </a:pPr>
            <a:fld id="{240A9372-B58E-E240-8249-0B989A9FD454}" type="slidenum">
              <a:rPr lang="en-US" altLang="en-US"/>
              <a:pPr>
                <a:defRPr/>
              </a:pPr>
              <a:t>‹#›</a:t>
            </a:fld>
            <a:endParaRPr lang="en-US" altLang="en-US"/>
          </a:p>
        </p:txBody>
      </p:sp>
    </p:spTree>
    <p:extLst>
      <p:ext uri="{BB962C8B-B14F-4D97-AF65-F5344CB8AC3E}">
        <p14:creationId xmlns:p14="http://schemas.microsoft.com/office/powerpoint/2010/main" val="3991613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FB7EAA-0984-C43F-7741-61D84BB2E98C}"/>
              </a:ext>
            </a:extLst>
          </p:cNvPr>
          <p:cNvSpPr>
            <a:spLocks noGrp="1"/>
          </p:cNvSpPr>
          <p:nvPr>
            <p:ph type="dt" sz="half" idx="10"/>
          </p:nvPr>
        </p:nvSpPr>
        <p:spPr/>
        <p:txBody>
          <a:bodyPr/>
          <a:lstStyle>
            <a:lvl1pPr>
              <a:defRPr/>
            </a:lvl1pPr>
          </a:lstStyle>
          <a:p>
            <a:pPr>
              <a:defRPr/>
            </a:pPr>
            <a:fld id="{BD68E58E-6D74-6A4A-B166-DBF015A4C1C2}" type="datetime1">
              <a:rPr lang="en-US"/>
              <a:pPr>
                <a:defRPr/>
              </a:pPr>
              <a:t>4/23/26</a:t>
            </a:fld>
            <a:endParaRPr lang="en-US"/>
          </a:p>
        </p:txBody>
      </p:sp>
      <p:sp>
        <p:nvSpPr>
          <p:cNvPr id="5" name="Footer Placeholder 4">
            <a:extLst>
              <a:ext uri="{FF2B5EF4-FFF2-40B4-BE49-F238E27FC236}">
                <a16:creationId xmlns:a16="http://schemas.microsoft.com/office/drawing/2014/main" id="{D8FFFA19-A057-4E2C-FADA-83363F2695C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D01A1E7-D17E-E1B8-49A4-32889A0EF3CA}"/>
              </a:ext>
            </a:extLst>
          </p:cNvPr>
          <p:cNvSpPr>
            <a:spLocks noGrp="1"/>
          </p:cNvSpPr>
          <p:nvPr>
            <p:ph type="sldNum" sz="quarter" idx="12"/>
          </p:nvPr>
        </p:nvSpPr>
        <p:spPr/>
        <p:txBody>
          <a:bodyPr/>
          <a:lstStyle>
            <a:lvl1pPr>
              <a:defRPr/>
            </a:lvl1pPr>
          </a:lstStyle>
          <a:p>
            <a:pPr>
              <a:defRPr/>
            </a:pPr>
            <a:fld id="{FAC6B48D-EE04-3B43-A2B3-9AE58EB99387}" type="slidenum">
              <a:rPr lang="en-US" altLang="en-US"/>
              <a:pPr>
                <a:defRPr/>
              </a:pPr>
              <a:t>‹#›</a:t>
            </a:fld>
            <a:endParaRPr lang="en-US" altLang="en-US"/>
          </a:p>
        </p:txBody>
      </p:sp>
    </p:spTree>
    <p:extLst>
      <p:ext uri="{BB962C8B-B14F-4D97-AF65-F5344CB8AC3E}">
        <p14:creationId xmlns:p14="http://schemas.microsoft.com/office/powerpoint/2010/main" val="1684203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19A5406-779E-2D69-5595-F9D35BBD38D1}"/>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B5802BB8-15AF-5E14-9BC3-05876F64B609}"/>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B663A004-DDF2-294D-6783-4F1ED086FC43}"/>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0" hangingPunct="0">
              <a:defRPr>
                <a:solidFill>
                  <a:srgbClr val="898989"/>
                </a:solidFill>
                <a:latin typeface="Times New Roman" pitchFamily="-111" charset="0"/>
                <a:ea typeface="ＭＳ Ｐゴシック" pitchFamily="-111" charset="-128"/>
                <a:cs typeface="Arial" charset="0"/>
              </a:defRPr>
            </a:lvl1pPr>
          </a:lstStyle>
          <a:p>
            <a:pPr>
              <a:defRPr/>
            </a:pPr>
            <a:fld id="{736C0A12-7EFC-DA49-821F-8E5D9EAF9DC3}" type="datetime1">
              <a:rPr lang="en-US"/>
              <a:pPr>
                <a:defRPr/>
              </a:pPr>
              <a:t>4/23/26</a:t>
            </a:fld>
            <a:endParaRPr lang="en-US"/>
          </a:p>
        </p:txBody>
      </p:sp>
      <p:sp>
        <p:nvSpPr>
          <p:cNvPr id="5" name="Footer Placeholder 4">
            <a:extLst>
              <a:ext uri="{FF2B5EF4-FFF2-40B4-BE49-F238E27FC236}">
                <a16:creationId xmlns:a16="http://schemas.microsoft.com/office/drawing/2014/main" id="{127C9B85-A37F-65A7-194F-965F4F1ADE6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Times New Roman" pitchFamily="18" charset="0"/>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268FADD2-906F-C05E-3F93-AB0B3B4D42B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a:solidFill>
                  <a:srgbClr val="898989"/>
                </a:solidFill>
                <a:ea typeface="ＭＳ Ｐゴシック" panose="020B0600070205080204" pitchFamily="34" charset="-128"/>
              </a:defRPr>
            </a:lvl1pPr>
          </a:lstStyle>
          <a:p>
            <a:pPr>
              <a:defRPr/>
            </a:pPr>
            <a:fld id="{25F1D8CA-03BD-804C-9DBD-20864A05F92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0" fontAlgn="base" hangingPunct="0">
        <a:spcBef>
          <a:spcPct val="0"/>
        </a:spcBef>
        <a:spcAft>
          <a:spcPct val="0"/>
        </a:spcAft>
        <a:defRPr sz="4400" kern="1200">
          <a:solidFill>
            <a:schemeClr val="tx1"/>
          </a:solidFill>
          <a:latin typeface="+mj-lt"/>
          <a:ea typeface="ＭＳ Ｐゴシック" pitchFamily="-110" charset="-128"/>
          <a:cs typeface="ＭＳ Ｐゴシック" pitchFamily="-110" charset="-128"/>
        </a:defRPr>
      </a:lvl1pPr>
      <a:lvl2pPr algn="ctr" rtl="0" eaLnBrk="0" fontAlgn="base" hangingPunct="0">
        <a:spcBef>
          <a:spcPct val="0"/>
        </a:spcBef>
        <a:spcAft>
          <a:spcPct val="0"/>
        </a:spcAft>
        <a:defRPr sz="4400">
          <a:solidFill>
            <a:schemeClr val="tx1"/>
          </a:solidFill>
          <a:latin typeface="Calibri" pitchFamily="34" charset="0"/>
          <a:ea typeface="ＭＳ Ｐゴシック" pitchFamily="-110" charset="-128"/>
          <a:cs typeface="ＭＳ Ｐゴシック" pitchFamily="-110" charset="-128"/>
        </a:defRPr>
      </a:lvl2pPr>
      <a:lvl3pPr algn="ctr" rtl="0" eaLnBrk="0" fontAlgn="base" hangingPunct="0">
        <a:spcBef>
          <a:spcPct val="0"/>
        </a:spcBef>
        <a:spcAft>
          <a:spcPct val="0"/>
        </a:spcAft>
        <a:defRPr sz="4400">
          <a:solidFill>
            <a:schemeClr val="tx1"/>
          </a:solidFill>
          <a:latin typeface="Calibri" pitchFamily="34" charset="0"/>
          <a:ea typeface="ＭＳ Ｐゴシック" pitchFamily="-110" charset="-128"/>
          <a:cs typeface="ＭＳ Ｐゴシック" pitchFamily="-110" charset="-128"/>
        </a:defRPr>
      </a:lvl3pPr>
      <a:lvl4pPr algn="ctr" rtl="0" eaLnBrk="0" fontAlgn="base" hangingPunct="0">
        <a:spcBef>
          <a:spcPct val="0"/>
        </a:spcBef>
        <a:spcAft>
          <a:spcPct val="0"/>
        </a:spcAft>
        <a:defRPr sz="4400">
          <a:solidFill>
            <a:schemeClr val="tx1"/>
          </a:solidFill>
          <a:latin typeface="Calibri" pitchFamily="34" charset="0"/>
          <a:ea typeface="ＭＳ Ｐゴシック" pitchFamily="-110" charset="-128"/>
          <a:cs typeface="ＭＳ Ｐゴシック" pitchFamily="-110" charset="-128"/>
        </a:defRPr>
      </a:lvl4pPr>
      <a:lvl5pPr algn="ctr" rtl="0" eaLnBrk="0" fontAlgn="base" hangingPunct="0">
        <a:spcBef>
          <a:spcPct val="0"/>
        </a:spcBef>
        <a:spcAft>
          <a:spcPct val="0"/>
        </a:spcAft>
        <a:defRPr sz="4400">
          <a:solidFill>
            <a:schemeClr val="tx1"/>
          </a:solidFill>
          <a:latin typeface="Calibri" pitchFamily="34" charset="0"/>
          <a:ea typeface="ＭＳ Ｐゴシック" pitchFamily="-110" charset="-128"/>
          <a:cs typeface="ＭＳ Ｐゴシック" pitchFamily="-110"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pitchFamily="-110" charset="-128"/>
          <a:cs typeface="ＭＳ Ｐゴシック" pitchFamily="-110" charset="-128"/>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pitchFamily="34" charset="-128"/>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pitchFamily="34" charset="-128"/>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pitchFamily="34" charset="-128"/>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5EE181B1-FB07-FFD2-8FA4-39B9D5837016}"/>
              </a:ext>
            </a:extLst>
          </p:cNvPr>
          <p:cNvSpPr>
            <a:spLocks noGrp="1"/>
          </p:cNvSpPr>
          <p:nvPr>
            <p:ph type="title"/>
          </p:nvPr>
        </p:nvSpPr>
        <p:spPr>
          <a:xfrm>
            <a:off x="0" y="0"/>
            <a:ext cx="9144000" cy="654050"/>
          </a:xfrm>
          <a:solidFill>
            <a:srgbClr val="1C8016"/>
          </a:solidFill>
        </p:spPr>
        <p:txBody>
          <a:bodyPr lIns="0" tIns="0" rIns="0" bIns="0"/>
          <a:lstStyle/>
          <a:p>
            <a:pPr eaLnBrk="1" hangingPunct="1"/>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PHYSICAL MODELS IN REMOTE SENSING</a:t>
            </a:r>
            <a:b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br>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Chapter 04 – Part 08: Vegetation Canopy Hot Spot Effect</a:t>
            </a:r>
          </a:p>
        </p:txBody>
      </p:sp>
      <p:sp>
        <p:nvSpPr>
          <p:cNvPr id="2" name="Slide Number Placeholder 6">
            <a:extLst>
              <a:ext uri="{FF2B5EF4-FFF2-40B4-BE49-F238E27FC236}">
                <a16:creationId xmlns:a16="http://schemas.microsoft.com/office/drawing/2014/main" id="{0AEE7298-6324-7A14-B9C6-946A045136B7}"/>
              </a:ext>
            </a:extLst>
          </p:cNvPr>
          <p:cNvSpPr>
            <a:spLocks noGrp="1"/>
          </p:cNvSpPr>
          <p:nvPr>
            <p:ph type="sldNum" sz="quarter" idx="12"/>
          </p:nvPr>
        </p:nvSpPr>
        <p:spPr>
          <a:xfrm>
            <a:off x="6918325" y="6365875"/>
            <a:ext cx="2133600" cy="365125"/>
          </a:xfrm>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defRPr/>
            </a:pPr>
            <a:fld id="{C7CD9FA9-7D1A-D34D-ABC3-ED0022FE9400}" type="slidenum">
              <a:rPr lang="en-US" altLang="zh-CN" sz="1400" b="1" smtClean="0">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rPr>
              <a:pPr>
                <a:spcBef>
                  <a:spcPct val="0"/>
                </a:spcBef>
                <a:buFontTx/>
                <a:buNone/>
                <a:defRPr/>
              </a:pPr>
              <a:t>1</a:t>
            </a:fld>
            <a:endParaRPr lang="en-US" altLang="zh-CN" sz="1400" b="1">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14339" name="TextBox 7">
            <a:extLst>
              <a:ext uri="{FF2B5EF4-FFF2-40B4-BE49-F238E27FC236}">
                <a16:creationId xmlns:a16="http://schemas.microsoft.com/office/drawing/2014/main" id="{E646AA05-1F11-B937-7558-29D2C47466EC}"/>
              </a:ext>
            </a:extLst>
          </p:cNvPr>
          <p:cNvSpPr txBox="1">
            <a:spLocks noChangeArrowheads="1"/>
          </p:cNvSpPr>
          <p:nvPr/>
        </p:nvSpPr>
        <p:spPr bwMode="auto">
          <a:xfrm>
            <a:off x="0" y="812800"/>
            <a:ext cx="2475919"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8925" indent="-288925">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2000" b="1" u="sng" dirty="0">
                <a:solidFill>
                  <a:srgbClr val="FF0000"/>
                </a:solidFill>
                <a:latin typeface="Times New Roman" panose="02020603050405020304" pitchFamily="18" charset="0"/>
                <a:cs typeface="Times New Roman" panose="02020603050405020304" pitchFamily="18" charset="0"/>
              </a:rPr>
              <a:t>The Hot Spot Effect</a:t>
            </a:r>
          </a:p>
        </p:txBody>
      </p:sp>
      <p:sp>
        <p:nvSpPr>
          <p:cNvPr id="14340" name="TextBox 7">
            <a:extLst>
              <a:ext uri="{FF2B5EF4-FFF2-40B4-BE49-F238E27FC236}">
                <a16:creationId xmlns:a16="http://schemas.microsoft.com/office/drawing/2014/main" id="{C7DD5B31-4D7E-EFF4-137E-8008B1A08324}"/>
              </a:ext>
            </a:extLst>
          </p:cNvPr>
          <p:cNvSpPr txBox="1">
            <a:spLocks noChangeArrowheads="1"/>
          </p:cNvSpPr>
          <p:nvPr/>
        </p:nvSpPr>
        <p:spPr bwMode="auto">
          <a:xfrm>
            <a:off x="59176" y="1493739"/>
            <a:ext cx="8850312" cy="413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Font typeface="Arial" panose="020B0604020202020204" pitchFamily="34" charset="0"/>
              <a:buNone/>
            </a:pPr>
            <a:r>
              <a:rPr lang="en-US" altLang="en-US" sz="1800" dirty="0">
                <a:latin typeface="Times New Roman" panose="02020603050405020304" pitchFamily="18" charset="0"/>
                <a:cs typeface="Times New Roman" panose="02020603050405020304" pitchFamily="18" charset="0"/>
              </a:rPr>
              <a:t>Vegetation canopies consist of </a:t>
            </a:r>
            <a:r>
              <a:rPr lang="en-US" altLang="en-US" sz="1800" dirty="0">
                <a:solidFill>
                  <a:srgbClr val="2A51F3"/>
                </a:solidFill>
                <a:latin typeface="Times New Roman" panose="02020603050405020304" pitchFamily="18" charset="0"/>
                <a:cs typeface="Times New Roman" panose="02020603050405020304" pitchFamily="18" charset="0"/>
              </a:rPr>
              <a:t>flat planar leaves of finite size</a:t>
            </a:r>
          </a:p>
          <a:p>
            <a:pPr>
              <a:buFont typeface="Arial" panose="020B0604020202020204" pitchFamily="34" charset="0"/>
              <a:buNone/>
            </a:pPr>
            <a:endParaRPr lang="en-US" alt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en-US" sz="1800" dirty="0">
                <a:latin typeface="Times New Roman" panose="02020603050405020304" pitchFamily="18" charset="0"/>
                <a:cs typeface="Times New Roman" panose="02020603050405020304" pitchFamily="18" charset="0"/>
              </a:rPr>
              <a:t>We treated such a canopy as a </a:t>
            </a:r>
            <a:r>
              <a:rPr lang="en-US" altLang="en-US" sz="1800" dirty="0">
                <a:solidFill>
                  <a:srgbClr val="2A51F3"/>
                </a:solidFill>
                <a:latin typeface="Times New Roman" panose="02020603050405020304" pitchFamily="18" charset="0"/>
                <a:cs typeface="Times New Roman" panose="02020603050405020304" pitchFamily="18" charset="0"/>
              </a:rPr>
              <a:t>green turbid medium</a:t>
            </a:r>
            <a:r>
              <a:rPr lang="en-US" altLang="en-US" sz="1800" dirty="0">
                <a:latin typeface="Times New Roman" panose="02020603050405020304" pitchFamily="18" charset="0"/>
                <a:cs typeface="Times New Roman" panose="02020603050405020304" pitchFamily="18" charset="0"/>
              </a:rPr>
              <a:t>, much like a gas, having very small flat green leaves, so small that their </a:t>
            </a:r>
            <a:r>
              <a:rPr lang="en-US" altLang="en-US" sz="1800" dirty="0">
                <a:solidFill>
                  <a:srgbClr val="2A51F3"/>
                </a:solidFill>
                <a:latin typeface="Times New Roman" panose="02020603050405020304" pitchFamily="18" charset="0"/>
                <a:cs typeface="Times New Roman" panose="02020603050405020304" pitchFamily="18" charset="0"/>
              </a:rPr>
              <a:t>shadows do not overlap </a:t>
            </a:r>
            <a:r>
              <a:rPr lang="en-US" altLang="en-US" sz="1800" dirty="0">
                <a:latin typeface="Times New Roman" panose="02020603050405020304" pitchFamily="18" charset="0"/>
                <a:cs typeface="Times New Roman" panose="02020603050405020304" pitchFamily="18" charset="0"/>
              </a:rPr>
              <a:t>when projected on a plane perpendicular to the direction of photon travel, </a:t>
            </a:r>
            <a:r>
              <a:rPr lang="el-GR" altLang="en-US" sz="1800" u="sng" dirty="0">
                <a:latin typeface="Times New Roman" panose="02020603050405020304" pitchFamily="18" charset="0"/>
                <a:cs typeface="Times New Roman" panose="02020603050405020304" pitchFamily="18" charset="0"/>
              </a:rPr>
              <a:t>Ω</a:t>
            </a:r>
            <a:endParaRPr lang="en-US" alt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alt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en-US" sz="1800" dirty="0">
                <a:latin typeface="Times New Roman" panose="02020603050405020304" pitchFamily="18" charset="0"/>
                <a:cs typeface="Times New Roman" panose="02020603050405020304" pitchFamily="18" charset="0"/>
              </a:rPr>
              <a:t>The fact is, leaves are large enough, and </a:t>
            </a:r>
            <a:r>
              <a:rPr lang="en-US" altLang="en-US" sz="1800" dirty="0">
                <a:solidFill>
                  <a:srgbClr val="2A51F3"/>
                </a:solidFill>
                <a:latin typeface="Times New Roman" panose="02020603050405020304" pitchFamily="18" charset="0"/>
                <a:cs typeface="Times New Roman" panose="02020603050405020304" pitchFamily="18" charset="0"/>
              </a:rPr>
              <a:t>their shadows overlap</a:t>
            </a:r>
          </a:p>
          <a:p>
            <a:pPr>
              <a:buFont typeface="Arial" panose="020B0604020202020204" pitchFamily="34" charset="0"/>
              <a:buNone/>
            </a:pPr>
            <a:endParaRPr lang="en-US" alt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en-US" sz="1800" dirty="0">
                <a:latin typeface="Times New Roman" panose="02020603050405020304" pitchFamily="18" charset="0"/>
                <a:cs typeface="Times New Roman" panose="02020603050405020304" pitchFamily="18" charset="0"/>
              </a:rPr>
              <a:t>The </a:t>
            </a:r>
            <a:r>
              <a:rPr lang="en-US" altLang="en-US" sz="1800" dirty="0">
                <a:solidFill>
                  <a:srgbClr val="2A51F3"/>
                </a:solidFill>
                <a:latin typeface="Times New Roman" panose="02020603050405020304" pitchFamily="18" charset="0"/>
                <a:cs typeface="Times New Roman" panose="02020603050405020304" pitchFamily="18" charset="0"/>
              </a:rPr>
              <a:t>casting of shadows and their overlapment </a:t>
            </a:r>
            <a:r>
              <a:rPr lang="en-US" altLang="en-US" sz="1800" dirty="0">
                <a:latin typeface="Times New Roman" panose="02020603050405020304" pitchFamily="18" charset="0"/>
                <a:cs typeface="Times New Roman" panose="02020603050405020304" pitchFamily="18" charset="0"/>
              </a:rPr>
              <a:t>means the vegetation canopy consists of </a:t>
            </a:r>
            <a:r>
              <a:rPr lang="en-US" altLang="en-US" sz="1800" dirty="0">
                <a:solidFill>
                  <a:srgbClr val="2A51F3"/>
                </a:solidFill>
                <a:latin typeface="Times New Roman" panose="02020603050405020304" pitchFamily="18" charset="0"/>
                <a:cs typeface="Times New Roman" panose="02020603050405020304" pitchFamily="18" charset="0"/>
              </a:rPr>
              <a:t>sunlit</a:t>
            </a:r>
            <a:r>
              <a:rPr lang="en-US" altLang="en-US" sz="1800" dirty="0">
                <a:latin typeface="Times New Roman" panose="02020603050405020304" pitchFamily="18" charset="0"/>
                <a:cs typeface="Times New Roman" panose="02020603050405020304" pitchFamily="18" charset="0"/>
              </a:rPr>
              <a:t> and </a:t>
            </a:r>
            <a:r>
              <a:rPr lang="en-US" altLang="en-US" sz="1800" dirty="0">
                <a:solidFill>
                  <a:srgbClr val="2A51F3"/>
                </a:solidFill>
                <a:latin typeface="Times New Roman" panose="02020603050405020304" pitchFamily="18" charset="0"/>
                <a:cs typeface="Times New Roman" panose="02020603050405020304" pitchFamily="18" charset="0"/>
              </a:rPr>
              <a:t>shaded</a:t>
            </a:r>
            <a:r>
              <a:rPr lang="en-US" altLang="en-US" sz="1800" dirty="0">
                <a:latin typeface="Times New Roman" panose="02020603050405020304" pitchFamily="18" charset="0"/>
                <a:cs typeface="Times New Roman" panose="02020603050405020304" pitchFamily="18" charset="0"/>
              </a:rPr>
              <a:t> leaf elements</a:t>
            </a:r>
          </a:p>
          <a:p>
            <a:pPr>
              <a:buFont typeface="Arial" panose="020B0604020202020204" pitchFamily="34" charset="0"/>
              <a:buNone/>
            </a:pPr>
            <a:endParaRPr lang="en-US" alt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en-US" sz="1800" dirty="0">
                <a:latin typeface="Times New Roman" panose="02020603050405020304" pitchFamily="18" charset="0"/>
                <a:cs typeface="Times New Roman" panose="02020603050405020304" pitchFamily="18" charset="0"/>
              </a:rPr>
              <a:t>The proportion of sunlit and shaded elements visible when viewed along a direction </a:t>
            </a:r>
            <a:r>
              <a:rPr lang="el-GR" altLang="en-US" sz="1800" u="sng" dirty="0">
                <a:latin typeface="Times New Roman" panose="02020603050405020304" pitchFamily="18" charset="0"/>
                <a:cs typeface="Times New Roman" panose="02020603050405020304" pitchFamily="18" charset="0"/>
              </a:rPr>
              <a:t>Ω</a:t>
            </a:r>
            <a:r>
              <a:rPr lang="en-US" altLang="en-US" sz="1800" baseline="-25000" dirty="0">
                <a:latin typeface="Times New Roman" panose="02020603050405020304" pitchFamily="18" charset="0"/>
                <a:cs typeface="Times New Roman" panose="02020603050405020304" pitchFamily="18" charset="0"/>
              </a:rPr>
              <a:t>V</a:t>
            </a:r>
            <a:r>
              <a:rPr lang="en-US" altLang="en-US" sz="1800" dirty="0">
                <a:latin typeface="Times New Roman" panose="02020603050405020304" pitchFamily="18" charset="0"/>
                <a:cs typeface="Times New Roman" panose="02020603050405020304" pitchFamily="18" charset="0"/>
              </a:rPr>
              <a:t> depends both on the </a:t>
            </a:r>
            <a:r>
              <a:rPr lang="en-US" altLang="en-US" sz="1800" dirty="0">
                <a:solidFill>
                  <a:srgbClr val="0A1FF4"/>
                </a:solidFill>
                <a:latin typeface="Times New Roman" panose="02020603050405020304" pitchFamily="18" charset="0"/>
                <a:cs typeface="Times New Roman" panose="02020603050405020304" pitchFamily="18" charset="0"/>
              </a:rPr>
              <a:t>solar direction </a:t>
            </a:r>
            <a:r>
              <a:rPr lang="el-GR" altLang="en-US" sz="1800" u="sng" dirty="0">
                <a:solidFill>
                  <a:srgbClr val="0A1FF4"/>
                </a:solidFill>
                <a:latin typeface="Times New Roman" panose="02020603050405020304" pitchFamily="18" charset="0"/>
                <a:cs typeface="Times New Roman" panose="02020603050405020304" pitchFamily="18" charset="0"/>
              </a:rPr>
              <a:t>Ω</a:t>
            </a:r>
            <a:r>
              <a:rPr lang="en-US" altLang="en-US" sz="1800" baseline="-25000" dirty="0">
                <a:solidFill>
                  <a:srgbClr val="0A1FF4"/>
                </a:solidFill>
                <a:latin typeface="Times New Roman" panose="02020603050405020304" pitchFamily="18" charset="0"/>
                <a:cs typeface="Times New Roman" panose="02020603050405020304" pitchFamily="18" charset="0"/>
              </a:rPr>
              <a:t>O</a:t>
            </a:r>
            <a:r>
              <a:rPr lang="en-US" altLang="en-US" sz="1800" dirty="0">
                <a:solidFill>
                  <a:srgbClr val="0A1FF4"/>
                </a:solidFill>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and</a:t>
            </a:r>
            <a:r>
              <a:rPr lang="en-US" altLang="en-US" sz="1800" dirty="0">
                <a:solidFill>
                  <a:srgbClr val="0A1FF4"/>
                </a:solidFill>
                <a:latin typeface="Times New Roman" panose="02020603050405020304" pitchFamily="18" charset="0"/>
                <a:cs typeface="Times New Roman" panose="02020603050405020304" pitchFamily="18" charset="0"/>
              </a:rPr>
              <a:t> view direction </a:t>
            </a:r>
            <a:r>
              <a:rPr lang="el-GR" altLang="en-US" sz="1800" u="sng" dirty="0">
                <a:solidFill>
                  <a:srgbClr val="0A1FF4"/>
                </a:solidFill>
                <a:latin typeface="Times New Roman" panose="02020603050405020304" pitchFamily="18" charset="0"/>
                <a:cs typeface="Times New Roman" panose="02020603050405020304" pitchFamily="18" charset="0"/>
              </a:rPr>
              <a:t>Ω</a:t>
            </a:r>
            <a:r>
              <a:rPr lang="en-US" altLang="en-US" sz="1800" baseline="-25000" dirty="0">
                <a:solidFill>
                  <a:srgbClr val="0A1FF4"/>
                </a:solidFill>
                <a:latin typeface="Times New Roman" panose="02020603050405020304" pitchFamily="18" charset="0"/>
                <a:cs typeface="Times New Roman" panose="02020603050405020304" pitchFamily="18" charset="0"/>
              </a:rPr>
              <a:t>V</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FCC28B0D-D4B0-E090-5205-458A60286E99}"/>
              </a:ext>
            </a:extLst>
          </p:cNvPr>
          <p:cNvSpPr>
            <a:spLocks noGrp="1"/>
          </p:cNvSpPr>
          <p:nvPr>
            <p:ph type="title"/>
          </p:nvPr>
        </p:nvSpPr>
        <p:spPr>
          <a:xfrm>
            <a:off x="0" y="0"/>
            <a:ext cx="9144000" cy="654050"/>
          </a:xfrm>
          <a:solidFill>
            <a:srgbClr val="1C8016"/>
          </a:solidFill>
        </p:spPr>
        <p:txBody>
          <a:bodyPr lIns="0" tIns="0" rIns="0" bIns="0"/>
          <a:lstStyle/>
          <a:p>
            <a:pPr eaLnBrk="1" hangingPunct="1"/>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PHYSICAL MODELS IN REMOTE SENSING</a:t>
            </a:r>
            <a:b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br>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Chapter 04 – Part 08: Vegetation Canopy Hot Spot Effect</a:t>
            </a:r>
          </a:p>
        </p:txBody>
      </p:sp>
      <p:sp>
        <p:nvSpPr>
          <p:cNvPr id="2" name="Slide Number Placeholder 6">
            <a:extLst>
              <a:ext uri="{FF2B5EF4-FFF2-40B4-BE49-F238E27FC236}">
                <a16:creationId xmlns:a16="http://schemas.microsoft.com/office/drawing/2014/main" id="{7E288417-E8EF-64EC-FAD8-E1CB10706C7A}"/>
              </a:ext>
            </a:extLst>
          </p:cNvPr>
          <p:cNvSpPr>
            <a:spLocks noGrp="1"/>
          </p:cNvSpPr>
          <p:nvPr>
            <p:ph type="sldNum" sz="quarter" idx="12"/>
          </p:nvPr>
        </p:nvSpPr>
        <p:spPr>
          <a:xfrm>
            <a:off x="6918325" y="6365875"/>
            <a:ext cx="2133600" cy="365125"/>
          </a:xfrm>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defRPr/>
            </a:pPr>
            <a:fld id="{7E406F15-82DD-9648-BD0F-2A2F1363D933}" type="slidenum">
              <a:rPr lang="en-US" altLang="zh-CN" sz="1400" b="1" smtClean="0">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rPr>
              <a:pPr>
                <a:spcBef>
                  <a:spcPct val="0"/>
                </a:spcBef>
                <a:buFontTx/>
                <a:buNone/>
                <a:defRPr/>
              </a:pPr>
              <a:t>2</a:t>
            </a:fld>
            <a:endParaRPr lang="en-US" altLang="zh-CN" sz="1400" b="1">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16387" name="TextBox 7">
            <a:extLst>
              <a:ext uri="{FF2B5EF4-FFF2-40B4-BE49-F238E27FC236}">
                <a16:creationId xmlns:a16="http://schemas.microsoft.com/office/drawing/2014/main" id="{66818EFE-CD30-9729-F867-E8FA91AEA1EE}"/>
              </a:ext>
            </a:extLst>
          </p:cNvPr>
          <p:cNvSpPr txBox="1">
            <a:spLocks noChangeArrowheads="1"/>
          </p:cNvSpPr>
          <p:nvPr/>
        </p:nvSpPr>
        <p:spPr bwMode="auto">
          <a:xfrm>
            <a:off x="97505" y="758031"/>
            <a:ext cx="158365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8925" indent="-288925">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2000" b="1" u="sng">
                <a:solidFill>
                  <a:srgbClr val="FF0000"/>
                </a:solidFill>
                <a:latin typeface="Times New Roman" panose="02020603050405020304" pitchFamily="18" charset="0"/>
                <a:cs typeface="Times New Roman" panose="02020603050405020304" pitchFamily="18" charset="0"/>
              </a:rPr>
              <a:t>Schematic</a:t>
            </a:r>
          </a:p>
        </p:txBody>
      </p:sp>
      <p:cxnSp>
        <p:nvCxnSpPr>
          <p:cNvPr id="6" name="Straight Connector 5">
            <a:extLst>
              <a:ext uri="{FF2B5EF4-FFF2-40B4-BE49-F238E27FC236}">
                <a16:creationId xmlns:a16="http://schemas.microsoft.com/office/drawing/2014/main" id="{7A807595-C6EF-52FD-EAA1-A9559DE9CAA5}"/>
              </a:ext>
            </a:extLst>
          </p:cNvPr>
          <p:cNvCxnSpPr/>
          <p:nvPr/>
        </p:nvCxnSpPr>
        <p:spPr>
          <a:xfrm>
            <a:off x="2254250" y="3533775"/>
            <a:ext cx="860425"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4B54BCD-1579-C9A4-A96B-18401F852AB2}"/>
              </a:ext>
            </a:extLst>
          </p:cNvPr>
          <p:cNvCxnSpPr/>
          <p:nvPr/>
        </p:nvCxnSpPr>
        <p:spPr>
          <a:xfrm>
            <a:off x="3876675" y="3536950"/>
            <a:ext cx="862013"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C7102BC-2988-CBFF-8A70-B5092BEA2741}"/>
              </a:ext>
            </a:extLst>
          </p:cNvPr>
          <p:cNvCxnSpPr/>
          <p:nvPr/>
        </p:nvCxnSpPr>
        <p:spPr>
          <a:xfrm>
            <a:off x="5527675" y="3533775"/>
            <a:ext cx="862013"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3CDFA15-0EFD-6FA2-3388-FBD96F628F56}"/>
              </a:ext>
            </a:extLst>
          </p:cNvPr>
          <p:cNvCxnSpPr/>
          <p:nvPr/>
        </p:nvCxnSpPr>
        <p:spPr>
          <a:xfrm>
            <a:off x="7191375" y="3533775"/>
            <a:ext cx="862013"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FD1034-7D67-1D77-B854-E42D68509505}"/>
              </a:ext>
            </a:extLst>
          </p:cNvPr>
          <p:cNvCxnSpPr/>
          <p:nvPr/>
        </p:nvCxnSpPr>
        <p:spPr>
          <a:xfrm>
            <a:off x="1192213" y="4568825"/>
            <a:ext cx="86201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DBE849F-D686-CC78-DCDD-7530FB8A6DD8}"/>
              </a:ext>
            </a:extLst>
          </p:cNvPr>
          <p:cNvCxnSpPr/>
          <p:nvPr/>
        </p:nvCxnSpPr>
        <p:spPr>
          <a:xfrm>
            <a:off x="6488113" y="4502150"/>
            <a:ext cx="860425"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406ED64-4366-BD0C-68C5-67EE82E14B62}"/>
              </a:ext>
            </a:extLst>
          </p:cNvPr>
          <p:cNvCxnSpPr/>
          <p:nvPr/>
        </p:nvCxnSpPr>
        <p:spPr>
          <a:xfrm>
            <a:off x="4738688" y="4530725"/>
            <a:ext cx="86201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9944D29-D20D-C285-4DF4-0CDF7338556B}"/>
              </a:ext>
            </a:extLst>
          </p:cNvPr>
          <p:cNvCxnSpPr/>
          <p:nvPr/>
        </p:nvCxnSpPr>
        <p:spPr>
          <a:xfrm>
            <a:off x="2790825" y="4530725"/>
            <a:ext cx="860425"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AC692BC-D75D-1AD2-2398-1D844A333F4D}"/>
              </a:ext>
            </a:extLst>
          </p:cNvPr>
          <p:cNvCxnSpPr/>
          <p:nvPr/>
        </p:nvCxnSpPr>
        <p:spPr>
          <a:xfrm>
            <a:off x="2355850" y="2670175"/>
            <a:ext cx="0" cy="8445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841EFD9-C34B-2716-02D0-E5BB9B967EC3}"/>
              </a:ext>
            </a:extLst>
          </p:cNvPr>
          <p:cNvCxnSpPr/>
          <p:nvPr/>
        </p:nvCxnSpPr>
        <p:spPr>
          <a:xfrm>
            <a:off x="2614613" y="2660650"/>
            <a:ext cx="0" cy="8445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DBDA746-C780-2681-1590-E4979B12A872}"/>
              </a:ext>
            </a:extLst>
          </p:cNvPr>
          <p:cNvCxnSpPr/>
          <p:nvPr/>
        </p:nvCxnSpPr>
        <p:spPr>
          <a:xfrm>
            <a:off x="2889250" y="2670175"/>
            <a:ext cx="0" cy="8445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E3E2B71-B6D4-48A5-187A-87F3C1969328}"/>
              </a:ext>
            </a:extLst>
          </p:cNvPr>
          <p:cNvCxnSpPr/>
          <p:nvPr/>
        </p:nvCxnSpPr>
        <p:spPr>
          <a:xfrm>
            <a:off x="7962900" y="2670175"/>
            <a:ext cx="0" cy="8445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2B995BF-F604-7A86-1994-17049F6A7C1C}"/>
              </a:ext>
            </a:extLst>
          </p:cNvPr>
          <p:cNvCxnSpPr/>
          <p:nvPr/>
        </p:nvCxnSpPr>
        <p:spPr>
          <a:xfrm>
            <a:off x="7745413" y="2670175"/>
            <a:ext cx="0" cy="8445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00071B6-5107-798D-AB75-ABB85B68588E}"/>
              </a:ext>
            </a:extLst>
          </p:cNvPr>
          <p:cNvCxnSpPr/>
          <p:nvPr/>
        </p:nvCxnSpPr>
        <p:spPr>
          <a:xfrm>
            <a:off x="7554913" y="2670175"/>
            <a:ext cx="0" cy="8445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4C5908F-91BA-DB32-AFCF-214C516632F8}"/>
              </a:ext>
            </a:extLst>
          </p:cNvPr>
          <p:cNvCxnSpPr/>
          <p:nvPr/>
        </p:nvCxnSpPr>
        <p:spPr>
          <a:xfrm>
            <a:off x="7348538" y="2670175"/>
            <a:ext cx="0" cy="8445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887B044-E8EC-1140-C258-2D643C345D78}"/>
              </a:ext>
            </a:extLst>
          </p:cNvPr>
          <p:cNvCxnSpPr/>
          <p:nvPr/>
        </p:nvCxnSpPr>
        <p:spPr>
          <a:xfrm>
            <a:off x="6276975" y="2670175"/>
            <a:ext cx="0" cy="8445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BD6534A-18A8-91BC-2B01-2FC3A03EB883}"/>
              </a:ext>
            </a:extLst>
          </p:cNvPr>
          <p:cNvCxnSpPr/>
          <p:nvPr/>
        </p:nvCxnSpPr>
        <p:spPr>
          <a:xfrm>
            <a:off x="6043613" y="2690813"/>
            <a:ext cx="0" cy="84296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B4F4BF54-33D4-7F6A-14C9-0946154C340B}"/>
              </a:ext>
            </a:extLst>
          </p:cNvPr>
          <p:cNvCxnSpPr/>
          <p:nvPr/>
        </p:nvCxnSpPr>
        <p:spPr>
          <a:xfrm>
            <a:off x="5791200" y="2670175"/>
            <a:ext cx="0" cy="8445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3606455-6464-FB23-7162-90191D4D4F3F}"/>
              </a:ext>
            </a:extLst>
          </p:cNvPr>
          <p:cNvCxnSpPr/>
          <p:nvPr/>
        </p:nvCxnSpPr>
        <p:spPr>
          <a:xfrm>
            <a:off x="4545013" y="2670175"/>
            <a:ext cx="0" cy="8445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1B78349-BFED-1557-E25A-6D5F5E1E5F0A}"/>
              </a:ext>
            </a:extLst>
          </p:cNvPr>
          <p:cNvCxnSpPr/>
          <p:nvPr/>
        </p:nvCxnSpPr>
        <p:spPr>
          <a:xfrm>
            <a:off x="4276725" y="2670175"/>
            <a:ext cx="0" cy="8445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E1B8F65-C023-58F8-E73F-FEA04EC89A06}"/>
              </a:ext>
            </a:extLst>
          </p:cNvPr>
          <p:cNvCxnSpPr/>
          <p:nvPr/>
        </p:nvCxnSpPr>
        <p:spPr>
          <a:xfrm>
            <a:off x="4024313" y="2670175"/>
            <a:ext cx="0" cy="8445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5ECEA17-A3A5-CFC6-F82E-DE8383781EA1}"/>
              </a:ext>
            </a:extLst>
          </p:cNvPr>
          <p:cNvCxnSpPr/>
          <p:nvPr/>
        </p:nvCxnSpPr>
        <p:spPr>
          <a:xfrm>
            <a:off x="3114675" y="2690813"/>
            <a:ext cx="0" cy="18399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2782163-824F-F4E9-4E4C-0021CB279C86}"/>
              </a:ext>
            </a:extLst>
          </p:cNvPr>
          <p:cNvCxnSpPr/>
          <p:nvPr/>
        </p:nvCxnSpPr>
        <p:spPr>
          <a:xfrm>
            <a:off x="3328988" y="2690813"/>
            <a:ext cx="0" cy="18399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57419A41-E222-E34F-FA35-ED48A65B92A9}"/>
              </a:ext>
            </a:extLst>
          </p:cNvPr>
          <p:cNvCxnSpPr/>
          <p:nvPr/>
        </p:nvCxnSpPr>
        <p:spPr>
          <a:xfrm>
            <a:off x="3575050" y="2690813"/>
            <a:ext cx="0" cy="18399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4268CEB0-263A-15C0-1C1A-94B661098BE1}"/>
              </a:ext>
            </a:extLst>
          </p:cNvPr>
          <p:cNvCxnSpPr/>
          <p:nvPr/>
        </p:nvCxnSpPr>
        <p:spPr>
          <a:xfrm>
            <a:off x="1323975" y="2728913"/>
            <a:ext cx="0" cy="18399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EF8E1C77-E835-C927-2DDF-529C08B67301}"/>
              </a:ext>
            </a:extLst>
          </p:cNvPr>
          <p:cNvCxnSpPr/>
          <p:nvPr/>
        </p:nvCxnSpPr>
        <p:spPr>
          <a:xfrm>
            <a:off x="1617663" y="2728913"/>
            <a:ext cx="0" cy="18399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2ACAAA3-D88D-C50A-5186-70D703FD8525}"/>
              </a:ext>
            </a:extLst>
          </p:cNvPr>
          <p:cNvCxnSpPr/>
          <p:nvPr/>
        </p:nvCxnSpPr>
        <p:spPr>
          <a:xfrm>
            <a:off x="1911350" y="2728913"/>
            <a:ext cx="0" cy="18399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2BFD8D4-8042-D48F-8216-36E8F483DDAB}"/>
              </a:ext>
            </a:extLst>
          </p:cNvPr>
          <p:cNvCxnSpPr/>
          <p:nvPr/>
        </p:nvCxnSpPr>
        <p:spPr>
          <a:xfrm>
            <a:off x="4818063" y="2690813"/>
            <a:ext cx="0" cy="18399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F0AE881B-939E-C773-AD1D-F36CB9474E7F}"/>
              </a:ext>
            </a:extLst>
          </p:cNvPr>
          <p:cNvCxnSpPr/>
          <p:nvPr/>
        </p:nvCxnSpPr>
        <p:spPr>
          <a:xfrm>
            <a:off x="5084763" y="2690813"/>
            <a:ext cx="0" cy="18399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9EBC7E3C-82F7-A607-BCE2-B696F2422258}"/>
              </a:ext>
            </a:extLst>
          </p:cNvPr>
          <p:cNvCxnSpPr/>
          <p:nvPr/>
        </p:nvCxnSpPr>
        <p:spPr>
          <a:xfrm>
            <a:off x="5354638" y="2690813"/>
            <a:ext cx="0" cy="18399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D58983EB-1B8E-40EE-FEFA-E627C3EED11E}"/>
              </a:ext>
            </a:extLst>
          </p:cNvPr>
          <p:cNvCxnSpPr/>
          <p:nvPr/>
        </p:nvCxnSpPr>
        <p:spPr>
          <a:xfrm>
            <a:off x="5527675" y="2690813"/>
            <a:ext cx="0" cy="18399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50D09509-5AEA-2768-0C94-C79EACE2CF1A}"/>
              </a:ext>
            </a:extLst>
          </p:cNvPr>
          <p:cNvCxnSpPr/>
          <p:nvPr/>
        </p:nvCxnSpPr>
        <p:spPr>
          <a:xfrm>
            <a:off x="6516688" y="2690813"/>
            <a:ext cx="0" cy="18399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A86CDE5C-F9AC-7D23-D337-88E756C1AB20}"/>
              </a:ext>
            </a:extLst>
          </p:cNvPr>
          <p:cNvCxnSpPr/>
          <p:nvPr/>
        </p:nvCxnSpPr>
        <p:spPr>
          <a:xfrm>
            <a:off x="6981825" y="2660650"/>
            <a:ext cx="0" cy="18415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87DEB2C6-6834-69D1-F65A-3002B4D30521}"/>
              </a:ext>
            </a:extLst>
          </p:cNvPr>
          <p:cNvCxnSpPr/>
          <p:nvPr/>
        </p:nvCxnSpPr>
        <p:spPr>
          <a:xfrm>
            <a:off x="7191375" y="2660650"/>
            <a:ext cx="0" cy="18415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5BCC5AEC-2989-AC3A-24A5-F13E0781557E}"/>
              </a:ext>
            </a:extLst>
          </p:cNvPr>
          <p:cNvCxnSpPr/>
          <p:nvPr/>
        </p:nvCxnSpPr>
        <p:spPr>
          <a:xfrm>
            <a:off x="6765925" y="2670175"/>
            <a:ext cx="0" cy="183991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41BAB0C-0F32-4FB4-B920-C252BDA936A5}"/>
              </a:ext>
            </a:extLst>
          </p:cNvPr>
          <p:cNvCxnSpPr/>
          <p:nvPr/>
        </p:nvCxnSpPr>
        <p:spPr>
          <a:xfrm flipV="1">
            <a:off x="2790825" y="1601788"/>
            <a:ext cx="1485900" cy="2908300"/>
          </a:xfrm>
          <a:prstGeom prst="straightConnector1">
            <a:avLst/>
          </a:prstGeom>
          <a:ln w="38100">
            <a:solidFill>
              <a:srgbClr val="0A1FF4"/>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EC1DE77-737D-390B-81C1-D647A68FB480}"/>
              </a:ext>
            </a:extLst>
          </p:cNvPr>
          <p:cNvCxnSpPr/>
          <p:nvPr/>
        </p:nvCxnSpPr>
        <p:spPr>
          <a:xfrm flipV="1">
            <a:off x="3040063" y="1597025"/>
            <a:ext cx="1485900" cy="2908300"/>
          </a:xfrm>
          <a:prstGeom prst="straightConnector1">
            <a:avLst/>
          </a:prstGeom>
          <a:ln w="38100">
            <a:solidFill>
              <a:srgbClr val="0A1FF4"/>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0FF025E-7F83-3C44-E85D-BEDC8FD65367}"/>
              </a:ext>
            </a:extLst>
          </p:cNvPr>
          <p:cNvCxnSpPr/>
          <p:nvPr/>
        </p:nvCxnSpPr>
        <p:spPr>
          <a:xfrm flipV="1">
            <a:off x="3332163" y="1592263"/>
            <a:ext cx="1485900" cy="2909887"/>
          </a:xfrm>
          <a:prstGeom prst="straightConnector1">
            <a:avLst/>
          </a:prstGeom>
          <a:ln w="38100">
            <a:solidFill>
              <a:srgbClr val="0A1FF4"/>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09CBC8D-1E24-E68A-9767-8F21D2B9350F}"/>
              </a:ext>
            </a:extLst>
          </p:cNvPr>
          <p:cNvCxnSpPr/>
          <p:nvPr/>
        </p:nvCxnSpPr>
        <p:spPr>
          <a:xfrm flipV="1">
            <a:off x="4757738" y="1589088"/>
            <a:ext cx="1485900" cy="2908300"/>
          </a:xfrm>
          <a:prstGeom prst="straightConnector1">
            <a:avLst/>
          </a:prstGeom>
          <a:ln w="38100">
            <a:solidFill>
              <a:srgbClr val="0A1FF4"/>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321FD3F5-C78F-6BC0-75D9-6978E3AB0996}"/>
              </a:ext>
            </a:extLst>
          </p:cNvPr>
          <p:cNvCxnSpPr/>
          <p:nvPr/>
        </p:nvCxnSpPr>
        <p:spPr>
          <a:xfrm flipV="1">
            <a:off x="5006975" y="1600200"/>
            <a:ext cx="1485900" cy="2908300"/>
          </a:xfrm>
          <a:prstGeom prst="straightConnector1">
            <a:avLst/>
          </a:prstGeom>
          <a:ln w="38100">
            <a:solidFill>
              <a:srgbClr val="0A1FF4"/>
            </a:solidFill>
            <a:tailEnd type="triangle"/>
          </a:ln>
        </p:spPr>
        <p:style>
          <a:lnRef idx="1">
            <a:schemeClr val="accent1"/>
          </a:lnRef>
          <a:fillRef idx="0">
            <a:schemeClr val="accent1"/>
          </a:fillRef>
          <a:effectRef idx="0">
            <a:schemeClr val="accent1"/>
          </a:effectRef>
          <a:fontRef idx="minor">
            <a:schemeClr val="tx1"/>
          </a:fontRef>
        </p:style>
      </p:cxnSp>
      <p:sp>
        <p:nvSpPr>
          <p:cNvPr id="16428" name="TextBox 49">
            <a:extLst>
              <a:ext uri="{FF2B5EF4-FFF2-40B4-BE49-F238E27FC236}">
                <a16:creationId xmlns:a16="http://schemas.microsoft.com/office/drawing/2014/main" id="{A7F72828-90A3-67C1-7A66-B47422E9C991}"/>
              </a:ext>
            </a:extLst>
          </p:cNvPr>
          <p:cNvSpPr txBox="1">
            <a:spLocks noChangeArrowheads="1"/>
          </p:cNvSpPr>
          <p:nvPr/>
        </p:nvSpPr>
        <p:spPr bwMode="auto">
          <a:xfrm>
            <a:off x="3167063" y="4497388"/>
            <a:ext cx="428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1800">
                <a:latin typeface="Times New Roman" panose="02020603050405020304" pitchFamily="18" charset="0"/>
              </a:rPr>
              <a:t>Su</a:t>
            </a:r>
          </a:p>
        </p:txBody>
      </p:sp>
      <p:sp>
        <p:nvSpPr>
          <p:cNvPr id="16429" name="TextBox 69">
            <a:extLst>
              <a:ext uri="{FF2B5EF4-FFF2-40B4-BE49-F238E27FC236}">
                <a16:creationId xmlns:a16="http://schemas.microsoft.com/office/drawing/2014/main" id="{95626624-ADF4-596F-F599-4D8616637913}"/>
              </a:ext>
            </a:extLst>
          </p:cNvPr>
          <p:cNvSpPr txBox="1">
            <a:spLocks noChangeArrowheads="1"/>
          </p:cNvSpPr>
          <p:nvPr/>
        </p:nvSpPr>
        <p:spPr bwMode="auto">
          <a:xfrm>
            <a:off x="2682875" y="4505325"/>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1800">
                <a:latin typeface="Times New Roman" panose="02020603050405020304" pitchFamily="18" charset="0"/>
              </a:rPr>
              <a:t>Sh</a:t>
            </a:r>
          </a:p>
        </p:txBody>
      </p:sp>
      <p:sp>
        <p:nvSpPr>
          <p:cNvPr id="16430" name="TextBox 70">
            <a:extLst>
              <a:ext uri="{FF2B5EF4-FFF2-40B4-BE49-F238E27FC236}">
                <a16:creationId xmlns:a16="http://schemas.microsoft.com/office/drawing/2014/main" id="{59E56759-A5E4-A646-37EC-F5E7AD4AD145}"/>
              </a:ext>
            </a:extLst>
          </p:cNvPr>
          <p:cNvSpPr txBox="1">
            <a:spLocks noChangeArrowheads="1"/>
          </p:cNvSpPr>
          <p:nvPr/>
        </p:nvSpPr>
        <p:spPr bwMode="auto">
          <a:xfrm>
            <a:off x="4975225" y="4497388"/>
            <a:ext cx="427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1800">
                <a:latin typeface="Times New Roman" panose="02020603050405020304" pitchFamily="18" charset="0"/>
              </a:rPr>
              <a:t>Su</a:t>
            </a:r>
          </a:p>
        </p:txBody>
      </p:sp>
      <p:sp>
        <p:nvSpPr>
          <p:cNvPr id="16431" name="Rectangle 50">
            <a:extLst>
              <a:ext uri="{FF2B5EF4-FFF2-40B4-BE49-F238E27FC236}">
                <a16:creationId xmlns:a16="http://schemas.microsoft.com/office/drawing/2014/main" id="{56C259ED-0DB3-09CD-F96F-9AC458168FD2}"/>
              </a:ext>
            </a:extLst>
          </p:cNvPr>
          <p:cNvSpPr>
            <a:spLocks noChangeArrowheads="1"/>
          </p:cNvSpPr>
          <p:nvPr/>
        </p:nvSpPr>
        <p:spPr bwMode="auto">
          <a:xfrm>
            <a:off x="1447800" y="2286000"/>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l-GR" altLang="en-US" sz="1800" u="sng">
                <a:solidFill>
                  <a:srgbClr val="FF0000"/>
                </a:solidFill>
                <a:latin typeface="Times New Roman" panose="02020603050405020304" pitchFamily="18" charset="0"/>
                <a:cs typeface="Times New Roman" panose="02020603050405020304" pitchFamily="18" charset="0"/>
              </a:rPr>
              <a:t>Ω</a:t>
            </a:r>
            <a:r>
              <a:rPr lang="en-US" altLang="en-US" sz="1800" baseline="-25000">
                <a:solidFill>
                  <a:srgbClr val="FF0000"/>
                </a:solidFill>
                <a:latin typeface="Times New Roman" panose="02020603050405020304" pitchFamily="18" charset="0"/>
                <a:cs typeface="Times New Roman" panose="02020603050405020304" pitchFamily="18" charset="0"/>
              </a:rPr>
              <a:t>O</a:t>
            </a:r>
            <a:endParaRPr lang="en-US" altLang="en-US" sz="1800">
              <a:solidFill>
                <a:srgbClr val="FF0000"/>
              </a:solidFill>
              <a:latin typeface="Times New Roman" panose="02020603050405020304" pitchFamily="18" charset="0"/>
            </a:endParaRPr>
          </a:p>
        </p:txBody>
      </p:sp>
      <p:sp>
        <p:nvSpPr>
          <p:cNvPr id="16432" name="Rectangle 62">
            <a:extLst>
              <a:ext uri="{FF2B5EF4-FFF2-40B4-BE49-F238E27FC236}">
                <a16:creationId xmlns:a16="http://schemas.microsoft.com/office/drawing/2014/main" id="{6BF3EAE1-9AB8-3C1F-E8FD-23CC271AB8E3}"/>
              </a:ext>
            </a:extLst>
          </p:cNvPr>
          <p:cNvSpPr>
            <a:spLocks noChangeArrowheads="1"/>
          </p:cNvSpPr>
          <p:nvPr/>
        </p:nvSpPr>
        <p:spPr bwMode="auto">
          <a:xfrm>
            <a:off x="4419600" y="1262063"/>
            <a:ext cx="466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l-GR" altLang="en-US" sz="1800" u="sng">
                <a:solidFill>
                  <a:srgbClr val="0A1FF4"/>
                </a:solidFill>
                <a:latin typeface="Times New Roman" panose="02020603050405020304" pitchFamily="18" charset="0"/>
                <a:cs typeface="Times New Roman" panose="02020603050405020304" pitchFamily="18" charset="0"/>
              </a:rPr>
              <a:t>Ω</a:t>
            </a:r>
            <a:r>
              <a:rPr lang="en-US" altLang="en-US" sz="1800" baseline="-25000">
                <a:solidFill>
                  <a:srgbClr val="0A1FF4"/>
                </a:solidFill>
                <a:latin typeface="Times New Roman" panose="02020603050405020304" pitchFamily="18" charset="0"/>
                <a:cs typeface="Times New Roman" panose="02020603050405020304" pitchFamily="18" charset="0"/>
              </a:rPr>
              <a:t>V</a:t>
            </a:r>
            <a:endParaRPr lang="en-US" altLang="en-US" sz="1800">
              <a:solidFill>
                <a:schemeClr val="bg1"/>
              </a:solidFill>
              <a:latin typeface="Times New Roman" panose="02020603050405020304" pitchFamily="18" charset="0"/>
            </a:endParaRPr>
          </a:p>
        </p:txBody>
      </p:sp>
      <p:sp>
        <p:nvSpPr>
          <p:cNvPr id="74" name="TextBox 7">
            <a:extLst>
              <a:ext uri="{FF2B5EF4-FFF2-40B4-BE49-F238E27FC236}">
                <a16:creationId xmlns:a16="http://schemas.microsoft.com/office/drawing/2014/main" id="{5688119B-9D65-B2BF-AB88-E661262F16C8}"/>
              </a:ext>
            </a:extLst>
          </p:cNvPr>
          <p:cNvSpPr txBox="1">
            <a:spLocks noChangeArrowheads="1"/>
          </p:cNvSpPr>
          <p:nvPr/>
        </p:nvSpPr>
        <p:spPr bwMode="auto">
          <a:xfrm>
            <a:off x="266700" y="5146675"/>
            <a:ext cx="6924675" cy="1476375"/>
          </a:xfrm>
          <a:prstGeom prst="rect">
            <a:avLst/>
          </a:prstGeom>
          <a:noFill/>
          <a:ln>
            <a:noFill/>
          </a:ln>
        </p:spPr>
        <p:txBody>
          <a:bodyPr>
            <a:spAutoFit/>
          </a:bodyPr>
          <a:lstStyle>
            <a:lvl1pPr marL="288925" indent="-288925">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defRPr/>
            </a:pPr>
            <a:r>
              <a:rPr lang="en-US" altLang="en-US" sz="1800" dirty="0">
                <a:latin typeface="Times New Roman" panose="02020603050405020304" pitchFamily="18" charset="0"/>
                <a:cs typeface="Times New Roman" panose="02020603050405020304" pitchFamily="18" charset="0"/>
              </a:rPr>
              <a:t>If, </a:t>
            </a:r>
            <a:r>
              <a:rPr lang="el-GR" altLang="en-US" sz="1800" u="sng" dirty="0">
                <a:latin typeface="Times New Roman" panose="02020603050405020304" pitchFamily="18" charset="0"/>
                <a:cs typeface="Times New Roman" panose="02020603050405020304" pitchFamily="18" charset="0"/>
              </a:rPr>
              <a:t>Ω</a:t>
            </a:r>
            <a:r>
              <a:rPr lang="en-US" altLang="en-US" sz="1800" baseline="-25000" dirty="0">
                <a:latin typeface="Times New Roman" panose="02020603050405020304" pitchFamily="18" charset="0"/>
                <a:cs typeface="Times New Roman" panose="02020603050405020304" pitchFamily="18" charset="0"/>
              </a:rPr>
              <a:t>V</a:t>
            </a:r>
            <a:r>
              <a:rPr lang="en-US" altLang="en-US" sz="1800" dirty="0">
                <a:latin typeface="Times New Roman" panose="02020603050405020304" pitchFamily="18" charset="0"/>
                <a:cs typeface="Times New Roman" panose="02020603050405020304" pitchFamily="18" charset="0"/>
              </a:rPr>
              <a:t> is </a:t>
            </a:r>
            <a:r>
              <a:rPr lang="en-US" altLang="en-US" sz="1800" b="1" dirty="0">
                <a:solidFill>
                  <a:srgbClr val="2A51F3"/>
                </a:solidFill>
                <a:latin typeface="Times New Roman" panose="02020603050405020304" pitchFamily="18" charset="0"/>
                <a:cs typeface="Times New Roman" panose="02020603050405020304" pitchFamily="18" charset="0"/>
              </a:rPr>
              <a:t>not equal </a:t>
            </a:r>
            <a:r>
              <a:rPr lang="en-US" altLang="en-US" sz="1800" dirty="0">
                <a:latin typeface="Times New Roman" panose="02020603050405020304" pitchFamily="18" charset="0"/>
                <a:cs typeface="Times New Roman" panose="02020603050405020304" pitchFamily="18" charset="0"/>
              </a:rPr>
              <a:t>to -</a:t>
            </a:r>
            <a:r>
              <a:rPr lang="el-GR" altLang="en-US" sz="1800" u="sng" dirty="0">
                <a:latin typeface="Times New Roman" panose="02020603050405020304" pitchFamily="18" charset="0"/>
                <a:cs typeface="Times New Roman" panose="02020603050405020304" pitchFamily="18" charset="0"/>
              </a:rPr>
              <a:t>Ω</a:t>
            </a:r>
            <a:r>
              <a:rPr lang="en-US" altLang="en-US" sz="1800" baseline="-25000" dirty="0">
                <a:latin typeface="Times New Roman" panose="02020603050405020304" pitchFamily="18" charset="0"/>
                <a:cs typeface="Times New Roman" panose="02020603050405020304" pitchFamily="18" charset="0"/>
              </a:rPr>
              <a:t>O</a:t>
            </a:r>
            <a:r>
              <a:rPr lang="en-US" altLang="en-US" sz="1800" dirty="0">
                <a:latin typeface="Times New Roman" panose="02020603050405020304" pitchFamily="18" charset="0"/>
                <a:cs typeface="Times New Roman" panose="02020603050405020304" pitchFamily="18" charset="0"/>
              </a:rPr>
              <a:t> </a:t>
            </a:r>
          </a:p>
          <a:p>
            <a:pPr>
              <a:spcBef>
                <a:spcPct val="0"/>
              </a:spcBef>
              <a:defRPr/>
            </a:pPr>
            <a:r>
              <a:rPr lang="en-US" altLang="en-US" sz="1800" dirty="0">
                <a:latin typeface="Times New Roman" panose="02020603050405020304" pitchFamily="18" charset="0"/>
                <a:cs typeface="Times New Roman" panose="02020603050405020304" pitchFamily="18" charset="0"/>
              </a:rPr>
              <a:t>then you see both sunlit and shaded elements (not all of them)</a:t>
            </a:r>
          </a:p>
          <a:p>
            <a:pPr>
              <a:spcBef>
                <a:spcPct val="0"/>
              </a:spcBef>
              <a:buFontTx/>
              <a:buNone/>
              <a:defRPr/>
            </a:pPr>
            <a:r>
              <a:rPr lang="en-US" altLang="en-US" sz="1800">
                <a:latin typeface="Times New Roman" panose="02020603050405020304" pitchFamily="18" charset="0"/>
                <a:cs typeface="Times New Roman" panose="02020603050405020304" pitchFamily="18" charset="0"/>
              </a:rPr>
              <a:t>If</a:t>
            </a:r>
            <a:r>
              <a:rPr lang="en-US" altLang="en-US" sz="1800" dirty="0">
                <a:latin typeface="Times New Roman" panose="02020603050405020304" pitchFamily="18" charset="0"/>
                <a:cs typeface="Times New Roman" panose="02020603050405020304" pitchFamily="18" charset="0"/>
              </a:rPr>
              <a:t>, </a:t>
            </a:r>
            <a:r>
              <a:rPr lang="el-GR" altLang="en-US" sz="1800" u="sng" dirty="0">
                <a:latin typeface="Times New Roman" panose="02020603050405020304" pitchFamily="18" charset="0"/>
                <a:cs typeface="Times New Roman" panose="02020603050405020304" pitchFamily="18" charset="0"/>
              </a:rPr>
              <a:t>Ω</a:t>
            </a:r>
            <a:r>
              <a:rPr lang="en-US" altLang="en-US" sz="1800" baseline="-25000" dirty="0">
                <a:latin typeface="Times New Roman" panose="02020603050405020304" pitchFamily="18" charset="0"/>
                <a:cs typeface="Times New Roman" panose="02020603050405020304" pitchFamily="18" charset="0"/>
              </a:rPr>
              <a:t>V</a:t>
            </a:r>
            <a:r>
              <a:rPr lang="en-US" altLang="en-US" sz="1800" dirty="0">
                <a:latin typeface="Times New Roman" panose="02020603050405020304" pitchFamily="18" charset="0"/>
                <a:cs typeface="Times New Roman" panose="02020603050405020304" pitchFamily="18" charset="0"/>
              </a:rPr>
              <a:t> is </a:t>
            </a:r>
            <a:r>
              <a:rPr lang="en-US" altLang="en-US" sz="1800" b="1" dirty="0">
                <a:solidFill>
                  <a:srgbClr val="2A51F3"/>
                </a:solidFill>
                <a:latin typeface="Times New Roman" panose="02020603050405020304" pitchFamily="18" charset="0"/>
                <a:cs typeface="Times New Roman" panose="02020603050405020304" pitchFamily="18" charset="0"/>
              </a:rPr>
              <a:t>equal</a:t>
            </a:r>
            <a:r>
              <a:rPr lang="en-US" altLang="en-US" sz="1800" dirty="0">
                <a:latin typeface="Times New Roman" panose="02020603050405020304" pitchFamily="18" charset="0"/>
                <a:cs typeface="Times New Roman" panose="02020603050405020304" pitchFamily="18" charset="0"/>
              </a:rPr>
              <a:t> to -</a:t>
            </a:r>
            <a:r>
              <a:rPr lang="el-GR" altLang="en-US" sz="1800" u="sng" dirty="0">
                <a:latin typeface="Times New Roman" panose="02020603050405020304" pitchFamily="18" charset="0"/>
                <a:cs typeface="Times New Roman" panose="02020603050405020304" pitchFamily="18" charset="0"/>
              </a:rPr>
              <a:t>Ω</a:t>
            </a:r>
            <a:r>
              <a:rPr lang="en-US" altLang="en-US" sz="1800" baseline="-25000" dirty="0">
                <a:latin typeface="Times New Roman" panose="02020603050405020304" pitchFamily="18" charset="0"/>
                <a:cs typeface="Times New Roman" panose="02020603050405020304" pitchFamily="18" charset="0"/>
              </a:rPr>
              <a:t>O</a:t>
            </a:r>
            <a:r>
              <a:rPr lang="en-US" altLang="en-US" sz="1800" dirty="0">
                <a:latin typeface="Times New Roman" panose="02020603050405020304" pitchFamily="18" charset="0"/>
                <a:cs typeface="Times New Roman" panose="02020603050405020304" pitchFamily="18" charset="0"/>
              </a:rPr>
              <a:t> </a:t>
            </a:r>
          </a:p>
          <a:p>
            <a:pPr>
              <a:spcBef>
                <a:spcPct val="0"/>
              </a:spcBef>
              <a:defRPr/>
            </a:pPr>
            <a:r>
              <a:rPr lang="en-US" altLang="en-US" sz="1800" dirty="0">
                <a:latin typeface="Times New Roman" panose="02020603050405020304" pitchFamily="18" charset="0"/>
                <a:cs typeface="Times New Roman" panose="02020603050405020304" pitchFamily="18" charset="0"/>
              </a:rPr>
              <a:t>then you see only sunlit elements (all of them)</a:t>
            </a:r>
          </a:p>
          <a:p>
            <a:pPr marL="0" indent="0">
              <a:spcBef>
                <a:spcPct val="0"/>
              </a:spcBef>
              <a:buFont typeface="Arial" panose="020B0604020202020204" pitchFamily="34" charset="0"/>
              <a:buNone/>
              <a:defRPr/>
            </a:pPr>
            <a:r>
              <a:rPr lang="en-US" altLang="en-US" sz="1800" dirty="0">
                <a:latin typeface="Times New Roman" panose="02020603050405020304" pitchFamily="18" charset="0"/>
                <a:cs typeface="Times New Roman" panose="02020603050405020304" pitchFamily="18" charset="0"/>
              </a:rPr>
              <a:t>Therefore, reflectance peaks at </a:t>
            </a:r>
            <a:r>
              <a:rPr lang="el-GR" altLang="en-US" sz="1800" u="sng" dirty="0">
                <a:latin typeface="Times New Roman" panose="02020603050405020304" pitchFamily="18" charset="0"/>
                <a:cs typeface="Times New Roman" panose="02020603050405020304" pitchFamily="18" charset="0"/>
              </a:rPr>
              <a:t>Ω</a:t>
            </a:r>
            <a:r>
              <a:rPr lang="en-US" altLang="en-US" sz="1800" baseline="-25000" dirty="0">
                <a:latin typeface="Times New Roman" panose="02020603050405020304" pitchFamily="18" charset="0"/>
                <a:cs typeface="Times New Roman" panose="02020603050405020304" pitchFamily="18" charset="0"/>
              </a:rPr>
              <a:t>V</a:t>
            </a:r>
            <a:r>
              <a:rPr lang="en-US" altLang="en-US" sz="1800" dirty="0">
                <a:latin typeface="Times New Roman" panose="02020603050405020304" pitchFamily="18" charset="0"/>
                <a:cs typeface="Times New Roman" panose="02020603050405020304" pitchFamily="18" charset="0"/>
              </a:rPr>
              <a:t> = -</a:t>
            </a:r>
            <a:r>
              <a:rPr lang="el-GR" altLang="en-US" sz="1800" u="sng" dirty="0">
                <a:latin typeface="Times New Roman" panose="02020603050405020304" pitchFamily="18" charset="0"/>
                <a:cs typeface="Times New Roman" panose="02020603050405020304" pitchFamily="18" charset="0"/>
              </a:rPr>
              <a:t> Ω</a:t>
            </a:r>
            <a:r>
              <a:rPr lang="en-US" altLang="en-US" sz="1800" baseline="-25000" dirty="0">
                <a:latin typeface="Times New Roman" panose="02020603050405020304" pitchFamily="18" charset="0"/>
                <a:cs typeface="Times New Roman" panose="02020603050405020304" pitchFamily="18" charset="0"/>
              </a:rPr>
              <a:t>O </a:t>
            </a:r>
            <a:r>
              <a:rPr lang="en-US" altLang="en-US" sz="1800" dirty="0">
                <a:latin typeface="Times New Roman" panose="02020603050405020304" pitchFamily="18" charset="0"/>
                <a:cs typeface="Times New Roman" panose="02020603050405020304" pitchFamily="18" charset="0"/>
              </a:rPr>
              <a:t>(the Hot Spot Effect)</a:t>
            </a:r>
          </a:p>
        </p:txBody>
      </p:sp>
      <p:cxnSp>
        <p:nvCxnSpPr>
          <p:cNvPr id="14338" name="Straight Arrow Connector 14337">
            <a:extLst>
              <a:ext uri="{FF2B5EF4-FFF2-40B4-BE49-F238E27FC236}">
                <a16:creationId xmlns:a16="http://schemas.microsoft.com/office/drawing/2014/main" id="{554B8F6B-19D9-1E0B-04BE-03252A302813}"/>
              </a:ext>
            </a:extLst>
          </p:cNvPr>
          <p:cNvCxnSpPr/>
          <p:nvPr/>
        </p:nvCxnSpPr>
        <p:spPr>
          <a:xfrm flipV="1">
            <a:off x="3575050" y="3533775"/>
            <a:ext cx="544513" cy="963613"/>
          </a:xfrm>
          <a:prstGeom prst="straightConnector1">
            <a:avLst/>
          </a:prstGeom>
          <a:ln w="38100">
            <a:solidFill>
              <a:srgbClr val="0A1FF4"/>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E2E47157-AECD-FCD5-883C-D8E4945EA3B3}"/>
              </a:ext>
            </a:extLst>
          </p:cNvPr>
          <p:cNvCxnSpPr/>
          <p:nvPr/>
        </p:nvCxnSpPr>
        <p:spPr>
          <a:xfrm flipV="1">
            <a:off x="5375275" y="3544888"/>
            <a:ext cx="544513" cy="962025"/>
          </a:xfrm>
          <a:prstGeom prst="straightConnector1">
            <a:avLst/>
          </a:prstGeom>
          <a:ln w="38100">
            <a:solidFill>
              <a:srgbClr val="0A1FF4"/>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3E27453A-CCD7-AA48-2E35-90576AB12B26}"/>
              </a:ext>
            </a:extLst>
          </p:cNvPr>
          <p:cNvCxnSpPr/>
          <p:nvPr/>
        </p:nvCxnSpPr>
        <p:spPr>
          <a:xfrm flipV="1">
            <a:off x="5529263" y="3581400"/>
            <a:ext cx="542925" cy="962025"/>
          </a:xfrm>
          <a:prstGeom prst="straightConnector1">
            <a:avLst/>
          </a:prstGeom>
          <a:ln w="38100">
            <a:solidFill>
              <a:srgbClr val="0A1FF4"/>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343" name="Straight Arrow Connector 14342">
            <a:extLst>
              <a:ext uri="{FF2B5EF4-FFF2-40B4-BE49-F238E27FC236}">
                <a16:creationId xmlns:a16="http://schemas.microsoft.com/office/drawing/2014/main" id="{9C78E889-A55A-F461-EC6B-9616FB9BEEB3}"/>
              </a:ext>
            </a:extLst>
          </p:cNvPr>
          <p:cNvCxnSpPr>
            <a:cxnSpLocks/>
          </p:cNvCxnSpPr>
          <p:nvPr/>
        </p:nvCxnSpPr>
        <p:spPr>
          <a:xfrm>
            <a:off x="2817813" y="3543300"/>
            <a:ext cx="0" cy="962025"/>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B902DA75-CAFC-1857-FE76-81296AB6B1F9}"/>
              </a:ext>
            </a:extLst>
          </p:cNvPr>
          <p:cNvCxnSpPr/>
          <p:nvPr/>
        </p:nvCxnSpPr>
        <p:spPr>
          <a:xfrm>
            <a:off x="2962275" y="3562350"/>
            <a:ext cx="0" cy="963613"/>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71D1204E-A0BA-1245-8C7A-5BB7FA6641D1}"/>
              </a:ext>
            </a:extLst>
          </p:cNvPr>
          <p:cNvSpPr>
            <a:spLocks noGrp="1"/>
          </p:cNvSpPr>
          <p:nvPr>
            <p:ph type="title"/>
          </p:nvPr>
        </p:nvSpPr>
        <p:spPr>
          <a:xfrm>
            <a:off x="0" y="0"/>
            <a:ext cx="9144000" cy="654050"/>
          </a:xfrm>
          <a:solidFill>
            <a:srgbClr val="1C8016"/>
          </a:solidFill>
        </p:spPr>
        <p:txBody>
          <a:bodyPr lIns="0" tIns="0" rIns="0" bIns="0"/>
          <a:lstStyle/>
          <a:p>
            <a:pPr eaLnBrk="1" hangingPunct="1"/>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PHYSICAL MODELS IN REMOTE SENSING</a:t>
            </a:r>
            <a:b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br>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Chapter 04 – Part 08: Vegetation Canopy Hot Spot Effect</a:t>
            </a:r>
          </a:p>
        </p:txBody>
      </p:sp>
      <p:sp>
        <p:nvSpPr>
          <p:cNvPr id="2" name="Slide Number Placeholder 6">
            <a:extLst>
              <a:ext uri="{FF2B5EF4-FFF2-40B4-BE49-F238E27FC236}">
                <a16:creationId xmlns:a16="http://schemas.microsoft.com/office/drawing/2014/main" id="{384E38EE-6F39-A0AE-0343-400EBC34BD51}"/>
              </a:ext>
            </a:extLst>
          </p:cNvPr>
          <p:cNvSpPr>
            <a:spLocks noGrp="1"/>
          </p:cNvSpPr>
          <p:nvPr>
            <p:ph type="sldNum" sz="quarter" idx="12"/>
          </p:nvPr>
        </p:nvSpPr>
        <p:spPr>
          <a:xfrm>
            <a:off x="6918325" y="6365875"/>
            <a:ext cx="2133600" cy="365125"/>
          </a:xfrm>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defRPr/>
            </a:pPr>
            <a:fld id="{3E4A5004-3444-784B-BE76-4831BFFA9581}" type="slidenum">
              <a:rPr lang="en-US" altLang="zh-CN" sz="1400" b="1" smtClean="0">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rPr>
              <a:pPr>
                <a:spcBef>
                  <a:spcPct val="0"/>
                </a:spcBef>
                <a:buFontTx/>
                <a:buNone/>
                <a:defRPr/>
              </a:pPr>
              <a:t>3</a:t>
            </a:fld>
            <a:endParaRPr lang="en-US" altLang="zh-CN" sz="1400" b="1">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18435" name="TextBox 7">
            <a:extLst>
              <a:ext uri="{FF2B5EF4-FFF2-40B4-BE49-F238E27FC236}">
                <a16:creationId xmlns:a16="http://schemas.microsoft.com/office/drawing/2014/main" id="{95CC8050-FA12-3007-B500-3593A4BA4AE6}"/>
              </a:ext>
            </a:extLst>
          </p:cNvPr>
          <p:cNvSpPr txBox="1">
            <a:spLocks noChangeArrowheads="1"/>
          </p:cNvSpPr>
          <p:nvPr/>
        </p:nvSpPr>
        <p:spPr bwMode="auto">
          <a:xfrm>
            <a:off x="48853" y="744537"/>
            <a:ext cx="292137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8925" indent="-288925">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2000" b="1" u="sng" dirty="0">
                <a:solidFill>
                  <a:srgbClr val="FF0000"/>
                </a:solidFill>
                <a:latin typeface="Times New Roman" panose="02020603050405020304" pitchFamily="18" charset="0"/>
                <a:cs typeface="Times New Roman" panose="02020603050405020304" pitchFamily="18" charset="0"/>
              </a:rPr>
              <a:t>Photographic Evidence</a:t>
            </a:r>
          </a:p>
        </p:txBody>
      </p:sp>
      <p:pic>
        <p:nvPicPr>
          <p:cNvPr id="18436" name="Picture 3">
            <a:extLst>
              <a:ext uri="{FF2B5EF4-FFF2-40B4-BE49-F238E27FC236}">
                <a16:creationId xmlns:a16="http://schemas.microsoft.com/office/drawing/2014/main" id="{C0A532FD-39AB-A7E5-383D-DED5F14CA4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575" y="1235075"/>
            <a:ext cx="7067550" cy="513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52D3D22B-61E5-3076-A966-6827738B51D7}"/>
              </a:ext>
            </a:extLst>
          </p:cNvPr>
          <p:cNvSpPr>
            <a:spLocks noGrp="1"/>
          </p:cNvSpPr>
          <p:nvPr>
            <p:ph type="title"/>
          </p:nvPr>
        </p:nvSpPr>
        <p:spPr>
          <a:xfrm>
            <a:off x="0" y="0"/>
            <a:ext cx="9144000" cy="654050"/>
          </a:xfrm>
          <a:solidFill>
            <a:srgbClr val="1C8016"/>
          </a:solidFill>
        </p:spPr>
        <p:txBody>
          <a:bodyPr lIns="0" tIns="0" rIns="0" bIns="0"/>
          <a:lstStyle/>
          <a:p>
            <a:pPr eaLnBrk="1" hangingPunct="1"/>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PHYSICAL MODELS IN REMOTE SENSING</a:t>
            </a:r>
            <a:b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br>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Chapter 04 – Part 08: Vegetation Canopy Hot Spot Effect</a:t>
            </a:r>
          </a:p>
        </p:txBody>
      </p:sp>
      <p:sp>
        <p:nvSpPr>
          <p:cNvPr id="2" name="Slide Number Placeholder 6">
            <a:extLst>
              <a:ext uri="{FF2B5EF4-FFF2-40B4-BE49-F238E27FC236}">
                <a16:creationId xmlns:a16="http://schemas.microsoft.com/office/drawing/2014/main" id="{F04B7C8F-CCD4-E776-2ED3-190CBA33EABA}"/>
              </a:ext>
            </a:extLst>
          </p:cNvPr>
          <p:cNvSpPr>
            <a:spLocks noGrp="1"/>
          </p:cNvSpPr>
          <p:nvPr>
            <p:ph type="sldNum" sz="quarter" idx="12"/>
          </p:nvPr>
        </p:nvSpPr>
        <p:spPr>
          <a:xfrm>
            <a:off x="6918325" y="6365875"/>
            <a:ext cx="2133600" cy="365125"/>
          </a:xfrm>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defRPr/>
            </a:pPr>
            <a:fld id="{5D088151-DE43-EC4B-A384-B0E28F80D395}" type="slidenum">
              <a:rPr lang="en-US" altLang="zh-CN" sz="1400" b="1" smtClean="0">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rPr>
              <a:pPr>
                <a:spcBef>
                  <a:spcPct val="0"/>
                </a:spcBef>
                <a:buFontTx/>
                <a:buNone/>
                <a:defRPr/>
              </a:pPr>
              <a:t>4</a:t>
            </a:fld>
            <a:endParaRPr lang="en-US" altLang="zh-CN" sz="1400" b="1">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0483" name="TextBox 7">
            <a:extLst>
              <a:ext uri="{FF2B5EF4-FFF2-40B4-BE49-F238E27FC236}">
                <a16:creationId xmlns:a16="http://schemas.microsoft.com/office/drawing/2014/main" id="{5DB6418E-EA52-9C07-A2E6-56FD5DFF7B1B}"/>
              </a:ext>
            </a:extLst>
          </p:cNvPr>
          <p:cNvSpPr txBox="1">
            <a:spLocks noChangeArrowheads="1"/>
          </p:cNvSpPr>
          <p:nvPr/>
        </p:nvSpPr>
        <p:spPr bwMode="auto">
          <a:xfrm>
            <a:off x="70026" y="827701"/>
            <a:ext cx="2938036"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8925" indent="-288925">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2000" b="1" u="sng" dirty="0">
                <a:solidFill>
                  <a:srgbClr val="FF0000"/>
                </a:solidFill>
                <a:latin typeface="Times New Roman" panose="02020603050405020304" pitchFamily="18" charset="0"/>
                <a:cs typeface="Times New Roman" panose="02020603050405020304" pitchFamily="18" charset="0"/>
              </a:rPr>
              <a:t>Photographic Evidence</a:t>
            </a:r>
          </a:p>
        </p:txBody>
      </p:sp>
      <p:pic>
        <p:nvPicPr>
          <p:cNvPr id="20484" name="Picture 2" descr="Image result for vegetation hot spot">
            <a:extLst>
              <a:ext uri="{FF2B5EF4-FFF2-40B4-BE49-F238E27FC236}">
                <a16:creationId xmlns:a16="http://schemas.microsoft.com/office/drawing/2014/main" id="{162C4B21-3687-EB0B-C612-F193E8D356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725" y="1577975"/>
            <a:ext cx="688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9F3FD-E404-21AF-F01D-B47291AE55BE}"/>
            </a:ext>
          </a:extLst>
        </p:cNvPr>
        <p:cNvGrpSpPr/>
        <p:nvPr/>
      </p:nvGrpSpPr>
      <p:grpSpPr>
        <a:xfrm>
          <a:off x="0" y="0"/>
          <a:ext cx="0" cy="0"/>
          <a:chOff x="0" y="0"/>
          <a:chExt cx="0" cy="0"/>
        </a:xfrm>
      </p:grpSpPr>
      <p:sp>
        <p:nvSpPr>
          <p:cNvPr id="20481" name="Rectangle 2">
            <a:extLst>
              <a:ext uri="{FF2B5EF4-FFF2-40B4-BE49-F238E27FC236}">
                <a16:creationId xmlns:a16="http://schemas.microsoft.com/office/drawing/2014/main" id="{63FACBBC-3DA0-4249-FE6A-C25530327554}"/>
              </a:ext>
            </a:extLst>
          </p:cNvPr>
          <p:cNvSpPr>
            <a:spLocks noGrp="1"/>
          </p:cNvSpPr>
          <p:nvPr>
            <p:ph type="title"/>
          </p:nvPr>
        </p:nvSpPr>
        <p:spPr>
          <a:xfrm>
            <a:off x="0" y="0"/>
            <a:ext cx="9144000" cy="654050"/>
          </a:xfrm>
          <a:solidFill>
            <a:srgbClr val="1C8016"/>
          </a:solidFill>
        </p:spPr>
        <p:txBody>
          <a:bodyPr lIns="0" tIns="0" rIns="0" bIns="0"/>
          <a:lstStyle/>
          <a:p>
            <a:pPr eaLnBrk="1" hangingPunct="1"/>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PHYSICAL MODELS IN REMOTE SENSING</a:t>
            </a:r>
            <a:b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br>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Chapter 04 – Part 08: Vegetation Canopy Hot Spot Effect</a:t>
            </a:r>
          </a:p>
        </p:txBody>
      </p:sp>
      <p:sp>
        <p:nvSpPr>
          <p:cNvPr id="2" name="Slide Number Placeholder 6">
            <a:extLst>
              <a:ext uri="{FF2B5EF4-FFF2-40B4-BE49-F238E27FC236}">
                <a16:creationId xmlns:a16="http://schemas.microsoft.com/office/drawing/2014/main" id="{9C4C0AEA-9F22-D39A-4E61-D083BBD12A19}"/>
              </a:ext>
            </a:extLst>
          </p:cNvPr>
          <p:cNvSpPr>
            <a:spLocks noGrp="1"/>
          </p:cNvSpPr>
          <p:nvPr>
            <p:ph type="sldNum" sz="quarter" idx="12"/>
          </p:nvPr>
        </p:nvSpPr>
        <p:spPr>
          <a:xfrm>
            <a:off x="6918325" y="6365875"/>
            <a:ext cx="2133600" cy="365125"/>
          </a:xfrm>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defRPr/>
            </a:pPr>
            <a:fld id="{5D088151-DE43-EC4B-A384-B0E28F80D395}" type="slidenum">
              <a:rPr lang="en-US" altLang="zh-CN" sz="1400" b="1" smtClean="0">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rPr>
              <a:pPr>
                <a:spcBef>
                  <a:spcPct val="0"/>
                </a:spcBef>
                <a:buFontTx/>
                <a:buNone/>
                <a:defRPr/>
              </a:pPr>
              <a:t>5</a:t>
            </a:fld>
            <a:endParaRPr lang="en-US" altLang="zh-CN" sz="1400" b="1">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0483" name="TextBox 7">
            <a:extLst>
              <a:ext uri="{FF2B5EF4-FFF2-40B4-BE49-F238E27FC236}">
                <a16:creationId xmlns:a16="http://schemas.microsoft.com/office/drawing/2014/main" id="{BB01E5F3-89C7-0E5E-1511-770845D8E628}"/>
              </a:ext>
            </a:extLst>
          </p:cNvPr>
          <p:cNvSpPr txBox="1">
            <a:spLocks noChangeArrowheads="1"/>
          </p:cNvSpPr>
          <p:nvPr/>
        </p:nvSpPr>
        <p:spPr bwMode="auto">
          <a:xfrm>
            <a:off x="70026" y="767720"/>
            <a:ext cx="2938036"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8925" indent="-288925">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2000" b="1" u="sng" dirty="0">
                <a:solidFill>
                  <a:srgbClr val="FF0000"/>
                </a:solidFill>
                <a:latin typeface="Times New Roman" panose="02020603050405020304" pitchFamily="18" charset="0"/>
                <a:cs typeface="Times New Roman" panose="02020603050405020304" pitchFamily="18" charset="0"/>
              </a:rPr>
              <a:t>Photographic Evidence</a:t>
            </a:r>
          </a:p>
        </p:txBody>
      </p:sp>
      <p:pic>
        <p:nvPicPr>
          <p:cNvPr id="4" name="Picture 3" descr="A different view of a forest&#10;&#10;AI-generated content may be incorrect.">
            <a:extLst>
              <a:ext uri="{FF2B5EF4-FFF2-40B4-BE49-F238E27FC236}">
                <a16:creationId xmlns:a16="http://schemas.microsoft.com/office/drawing/2014/main" id="{5CEE310C-8D06-F738-3C19-73DF28FCDA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423" y="1281441"/>
            <a:ext cx="9034650" cy="5084434"/>
          </a:xfrm>
          <a:prstGeom prst="rect">
            <a:avLst/>
          </a:prstGeom>
        </p:spPr>
      </p:pic>
    </p:spTree>
    <p:extLst>
      <p:ext uri="{BB962C8B-B14F-4D97-AF65-F5344CB8AC3E}">
        <p14:creationId xmlns:p14="http://schemas.microsoft.com/office/powerpoint/2010/main" val="403765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69EAD-975E-5C41-8BA2-59A32EE81C9C}"/>
            </a:ext>
          </a:extLst>
        </p:cNvPr>
        <p:cNvGrpSpPr/>
        <p:nvPr/>
      </p:nvGrpSpPr>
      <p:grpSpPr>
        <a:xfrm>
          <a:off x="0" y="0"/>
          <a:ext cx="0" cy="0"/>
          <a:chOff x="0" y="0"/>
          <a:chExt cx="0" cy="0"/>
        </a:xfrm>
      </p:grpSpPr>
      <p:sp>
        <p:nvSpPr>
          <p:cNvPr id="20481" name="Rectangle 2">
            <a:extLst>
              <a:ext uri="{FF2B5EF4-FFF2-40B4-BE49-F238E27FC236}">
                <a16:creationId xmlns:a16="http://schemas.microsoft.com/office/drawing/2014/main" id="{A6C99D38-B5F0-8B71-E64B-BEC4BA40F335}"/>
              </a:ext>
            </a:extLst>
          </p:cNvPr>
          <p:cNvSpPr>
            <a:spLocks noGrp="1"/>
          </p:cNvSpPr>
          <p:nvPr>
            <p:ph type="title"/>
          </p:nvPr>
        </p:nvSpPr>
        <p:spPr>
          <a:xfrm>
            <a:off x="0" y="0"/>
            <a:ext cx="9144000" cy="654050"/>
          </a:xfrm>
          <a:solidFill>
            <a:srgbClr val="1C8016"/>
          </a:solidFill>
        </p:spPr>
        <p:txBody>
          <a:bodyPr lIns="0" tIns="0" rIns="0" bIns="0"/>
          <a:lstStyle/>
          <a:p>
            <a:pPr eaLnBrk="1" hangingPunct="1"/>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PHYSICAL MODELS IN REMOTE SENSING</a:t>
            </a:r>
            <a:b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br>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Chapter 04 – Part 08: Vegetation Canopy Hot Spot Effect</a:t>
            </a:r>
          </a:p>
        </p:txBody>
      </p:sp>
      <p:sp>
        <p:nvSpPr>
          <p:cNvPr id="2" name="Slide Number Placeholder 6">
            <a:extLst>
              <a:ext uri="{FF2B5EF4-FFF2-40B4-BE49-F238E27FC236}">
                <a16:creationId xmlns:a16="http://schemas.microsoft.com/office/drawing/2014/main" id="{0C7B563C-F3F5-977F-3C53-9C24391B6243}"/>
              </a:ext>
            </a:extLst>
          </p:cNvPr>
          <p:cNvSpPr>
            <a:spLocks noGrp="1"/>
          </p:cNvSpPr>
          <p:nvPr>
            <p:ph type="sldNum" sz="quarter" idx="12"/>
          </p:nvPr>
        </p:nvSpPr>
        <p:spPr>
          <a:xfrm>
            <a:off x="6918325" y="6365875"/>
            <a:ext cx="2133600" cy="365125"/>
          </a:xfrm>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defRPr/>
            </a:pPr>
            <a:fld id="{5D088151-DE43-EC4B-A384-B0E28F80D395}" type="slidenum">
              <a:rPr lang="en-US" altLang="zh-CN" sz="1400" b="1" smtClean="0">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rPr>
              <a:pPr>
                <a:spcBef>
                  <a:spcPct val="0"/>
                </a:spcBef>
                <a:buFontTx/>
                <a:buNone/>
                <a:defRPr/>
              </a:pPr>
              <a:t>6</a:t>
            </a:fld>
            <a:endParaRPr lang="en-US" altLang="zh-CN" sz="1400" b="1">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0483" name="TextBox 7">
            <a:extLst>
              <a:ext uri="{FF2B5EF4-FFF2-40B4-BE49-F238E27FC236}">
                <a16:creationId xmlns:a16="http://schemas.microsoft.com/office/drawing/2014/main" id="{F384FFF0-A77A-9A95-6722-83B7079F0F40}"/>
              </a:ext>
            </a:extLst>
          </p:cNvPr>
          <p:cNvSpPr txBox="1">
            <a:spLocks noChangeArrowheads="1"/>
          </p:cNvSpPr>
          <p:nvPr/>
        </p:nvSpPr>
        <p:spPr bwMode="auto">
          <a:xfrm>
            <a:off x="70026" y="767720"/>
            <a:ext cx="2938036"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8925" indent="-288925">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2000" b="1" u="sng" dirty="0">
                <a:solidFill>
                  <a:srgbClr val="FF0000"/>
                </a:solidFill>
                <a:latin typeface="Times New Roman" panose="02020603050405020304" pitchFamily="18" charset="0"/>
                <a:cs typeface="Times New Roman" panose="02020603050405020304" pitchFamily="18" charset="0"/>
              </a:rPr>
              <a:t>Photographic Evidence</a:t>
            </a:r>
          </a:p>
        </p:txBody>
      </p:sp>
      <p:pic>
        <p:nvPicPr>
          <p:cNvPr id="5" name="Picture 4" descr="A group of trees with a plot&#10;&#10;AI-generated content may be incorrect.">
            <a:extLst>
              <a:ext uri="{FF2B5EF4-FFF2-40B4-BE49-F238E27FC236}">
                <a16:creationId xmlns:a16="http://schemas.microsoft.com/office/drawing/2014/main" id="{5F033D41-5690-3178-202C-46EA421117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999" y="2011593"/>
            <a:ext cx="8797925" cy="3286284"/>
          </a:xfrm>
          <a:prstGeom prst="rect">
            <a:avLst/>
          </a:prstGeom>
        </p:spPr>
      </p:pic>
    </p:spTree>
    <p:extLst>
      <p:ext uri="{BB962C8B-B14F-4D97-AF65-F5344CB8AC3E}">
        <p14:creationId xmlns:p14="http://schemas.microsoft.com/office/powerpoint/2010/main" val="2482827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94BB30EE-1FD6-A285-C1A7-837DA37C8811}"/>
              </a:ext>
            </a:extLst>
          </p:cNvPr>
          <p:cNvSpPr>
            <a:spLocks noGrp="1"/>
          </p:cNvSpPr>
          <p:nvPr>
            <p:ph type="title"/>
          </p:nvPr>
        </p:nvSpPr>
        <p:spPr>
          <a:xfrm>
            <a:off x="0" y="0"/>
            <a:ext cx="9144000" cy="654050"/>
          </a:xfrm>
          <a:solidFill>
            <a:srgbClr val="1C8016"/>
          </a:solidFill>
        </p:spPr>
        <p:txBody>
          <a:bodyPr lIns="0" tIns="0" rIns="0" bIns="0"/>
          <a:lstStyle/>
          <a:p>
            <a:pPr eaLnBrk="1" hangingPunct="1"/>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PHYSICAL MODELS IN REMOTE SENSING</a:t>
            </a:r>
            <a:b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br>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Chapter 04 – Part 08: Vegetation Canopy Hot Spot Effect</a:t>
            </a:r>
          </a:p>
        </p:txBody>
      </p:sp>
      <p:sp>
        <p:nvSpPr>
          <p:cNvPr id="2" name="Slide Number Placeholder 6">
            <a:extLst>
              <a:ext uri="{FF2B5EF4-FFF2-40B4-BE49-F238E27FC236}">
                <a16:creationId xmlns:a16="http://schemas.microsoft.com/office/drawing/2014/main" id="{5DD4BB72-24C1-7A53-F640-C29FDF6EB4CC}"/>
              </a:ext>
            </a:extLst>
          </p:cNvPr>
          <p:cNvSpPr>
            <a:spLocks noGrp="1"/>
          </p:cNvSpPr>
          <p:nvPr>
            <p:ph type="sldNum" sz="quarter" idx="12"/>
          </p:nvPr>
        </p:nvSpPr>
        <p:spPr>
          <a:xfrm>
            <a:off x="6918325" y="6365875"/>
            <a:ext cx="2133600" cy="365125"/>
          </a:xfrm>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defRPr/>
            </a:pPr>
            <a:fld id="{2FE6085C-8BC1-D843-8444-6F09C50171D2}" type="slidenum">
              <a:rPr lang="en-US" altLang="zh-CN" sz="1400" b="1" smtClean="0">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rPr>
              <a:pPr>
                <a:spcBef>
                  <a:spcPct val="0"/>
                </a:spcBef>
                <a:buFontTx/>
                <a:buNone/>
                <a:defRPr/>
              </a:pPr>
              <a:t>7</a:t>
            </a:fld>
            <a:endParaRPr lang="en-US" altLang="zh-CN" sz="1400" b="1">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2531" name="TextBox 7">
            <a:extLst>
              <a:ext uri="{FF2B5EF4-FFF2-40B4-BE49-F238E27FC236}">
                <a16:creationId xmlns:a16="http://schemas.microsoft.com/office/drawing/2014/main" id="{BB69C25F-0508-E441-A077-31C81D08C0B2}"/>
              </a:ext>
            </a:extLst>
          </p:cNvPr>
          <p:cNvSpPr txBox="1">
            <a:spLocks noChangeArrowheads="1"/>
          </p:cNvSpPr>
          <p:nvPr/>
        </p:nvSpPr>
        <p:spPr bwMode="auto">
          <a:xfrm>
            <a:off x="104775" y="950913"/>
            <a:ext cx="6924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2000" b="1" u="sng">
                <a:solidFill>
                  <a:srgbClr val="FF0000"/>
                </a:solidFill>
                <a:latin typeface="Times New Roman" panose="02020603050405020304" pitchFamily="18" charset="0"/>
                <a:cs typeface="Times New Roman" panose="02020603050405020304" pitchFamily="18" charset="0"/>
              </a:rPr>
              <a:t>Observing the Hot Spot</a:t>
            </a:r>
          </a:p>
        </p:txBody>
      </p:sp>
      <p:sp>
        <p:nvSpPr>
          <p:cNvPr id="22532" name="TextBox 7">
            <a:extLst>
              <a:ext uri="{FF2B5EF4-FFF2-40B4-BE49-F238E27FC236}">
                <a16:creationId xmlns:a16="http://schemas.microsoft.com/office/drawing/2014/main" id="{6F9DD0C7-22B6-EE11-8321-DF2AB0376618}"/>
              </a:ext>
            </a:extLst>
          </p:cNvPr>
          <p:cNvSpPr txBox="1">
            <a:spLocks noChangeArrowheads="1"/>
          </p:cNvSpPr>
          <p:nvPr/>
        </p:nvSpPr>
        <p:spPr bwMode="auto">
          <a:xfrm>
            <a:off x="104775" y="2049463"/>
            <a:ext cx="8850313"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buFont typeface="Arial" panose="020B0604020202020204" pitchFamily="34" charset="0"/>
              <a:buNone/>
            </a:pPr>
            <a:r>
              <a:rPr lang="en-US" altLang="en-US" sz="1800">
                <a:latin typeface="Times New Roman" panose="02020603050405020304" pitchFamily="18" charset="0"/>
                <a:cs typeface="Times New Roman" panose="02020603050405020304" pitchFamily="18" charset="0"/>
              </a:rPr>
              <a:t>You can see the hot spot by following the </a:t>
            </a:r>
            <a:r>
              <a:rPr lang="en-US" altLang="en-US" sz="1800">
                <a:solidFill>
                  <a:srgbClr val="1523F4"/>
                </a:solidFill>
                <a:latin typeface="Times New Roman" panose="02020603050405020304" pitchFamily="18" charset="0"/>
                <a:cs typeface="Times New Roman" panose="02020603050405020304" pitchFamily="18" charset="0"/>
              </a:rPr>
              <a:t>shadow of an airplane </a:t>
            </a:r>
            <a:r>
              <a:rPr lang="en-US" altLang="en-US" sz="1800">
                <a:latin typeface="Times New Roman" panose="02020603050405020304" pitchFamily="18" charset="0"/>
                <a:cs typeface="Times New Roman" panose="02020603050405020304" pitchFamily="18" charset="0"/>
              </a:rPr>
              <a:t>as it takes off. The shadow gets smaller and smaller and at some altitude of the airplane you will no longer see its shadow but a bright spot on the ground (assuming you are flying over vegetated lands) that travels with you.</a:t>
            </a:r>
          </a:p>
          <a:p>
            <a:pPr>
              <a:buFont typeface="Arial" panose="020B0604020202020204" pitchFamily="34" charset="0"/>
              <a:buNone/>
            </a:pPr>
            <a:endParaRPr lang="en-US" altLang="en-US" sz="180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en-US" sz="1800">
                <a:latin typeface="Times New Roman" panose="02020603050405020304" pitchFamily="18" charset="0"/>
                <a:cs typeface="Times New Roman" panose="02020603050405020304" pitchFamily="18" charset="0"/>
              </a:rPr>
              <a:t>The key to seeing the hot spot is that there must a </a:t>
            </a:r>
            <a:r>
              <a:rPr lang="en-US" altLang="en-US" sz="1800">
                <a:solidFill>
                  <a:srgbClr val="1523F4"/>
                </a:solidFill>
                <a:latin typeface="Times New Roman" panose="02020603050405020304" pitchFamily="18" charset="0"/>
                <a:cs typeface="Times New Roman" panose="02020603050405020304" pitchFamily="18" charset="0"/>
              </a:rPr>
              <a:t>strong contract </a:t>
            </a:r>
            <a:r>
              <a:rPr lang="en-US" altLang="en-US" sz="1800">
                <a:latin typeface="Times New Roman" panose="02020603050405020304" pitchFamily="18" charset="0"/>
                <a:cs typeface="Times New Roman" panose="02020603050405020304" pitchFamily="18" charset="0"/>
              </a:rPr>
              <a:t>in brightness of sunlit and shaded canopy elements. It is visible at ”visible” wavelengths because leaves are strong absorbed of visible light. At NIR wavelengths, leaves strongly scatter, so the contrast between sunlit and shaded elements is minimal and the hot spot effect diminishes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A22EAAB0-A877-09CC-FF46-29AC8729E120}"/>
              </a:ext>
            </a:extLst>
          </p:cNvPr>
          <p:cNvSpPr>
            <a:spLocks noGrp="1"/>
          </p:cNvSpPr>
          <p:nvPr>
            <p:ph type="title"/>
          </p:nvPr>
        </p:nvSpPr>
        <p:spPr>
          <a:xfrm>
            <a:off x="0" y="0"/>
            <a:ext cx="9144000" cy="654050"/>
          </a:xfrm>
          <a:solidFill>
            <a:srgbClr val="1C8016"/>
          </a:solidFill>
        </p:spPr>
        <p:txBody>
          <a:bodyPr lIns="0" tIns="0" rIns="0" bIns="0"/>
          <a:lstStyle/>
          <a:p>
            <a:pPr eaLnBrk="1" hangingPunct="1"/>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PHYSICAL MODELS IN REMOTE SENSING</a:t>
            </a:r>
            <a:b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br>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Chapter 04 – Part 08: Vegetation Canopy Hot Spot Effect</a:t>
            </a:r>
          </a:p>
        </p:txBody>
      </p:sp>
      <p:sp>
        <p:nvSpPr>
          <p:cNvPr id="2" name="Slide Number Placeholder 6">
            <a:extLst>
              <a:ext uri="{FF2B5EF4-FFF2-40B4-BE49-F238E27FC236}">
                <a16:creationId xmlns:a16="http://schemas.microsoft.com/office/drawing/2014/main" id="{6CB55C74-163D-74E9-D8A7-3AB1E2CCB641}"/>
              </a:ext>
            </a:extLst>
          </p:cNvPr>
          <p:cNvSpPr>
            <a:spLocks noGrp="1"/>
          </p:cNvSpPr>
          <p:nvPr>
            <p:ph type="sldNum" sz="quarter" idx="12"/>
          </p:nvPr>
        </p:nvSpPr>
        <p:spPr>
          <a:xfrm>
            <a:off x="6918325" y="6365875"/>
            <a:ext cx="2133600" cy="365125"/>
          </a:xfrm>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defRPr/>
            </a:pPr>
            <a:fld id="{26A22FA8-FBE8-484C-86D7-777F3952F59F}" type="slidenum">
              <a:rPr lang="en-US" altLang="zh-CN" sz="1400" b="1" smtClean="0">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rPr>
              <a:pPr>
                <a:spcBef>
                  <a:spcPct val="0"/>
                </a:spcBef>
                <a:buFontTx/>
                <a:buNone/>
                <a:defRPr/>
              </a:pPr>
              <a:t>8</a:t>
            </a:fld>
            <a:endParaRPr lang="en-US" altLang="zh-CN" sz="1400" b="1">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4579" name="TextBox 7">
            <a:extLst>
              <a:ext uri="{FF2B5EF4-FFF2-40B4-BE49-F238E27FC236}">
                <a16:creationId xmlns:a16="http://schemas.microsoft.com/office/drawing/2014/main" id="{48FC9649-69B5-4A2F-8581-8DF6B1B6200C}"/>
              </a:ext>
            </a:extLst>
          </p:cNvPr>
          <p:cNvSpPr txBox="1">
            <a:spLocks noChangeArrowheads="1"/>
          </p:cNvSpPr>
          <p:nvPr/>
        </p:nvSpPr>
        <p:spPr bwMode="auto">
          <a:xfrm>
            <a:off x="122238" y="744538"/>
            <a:ext cx="6924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2000" b="1" u="sng">
                <a:solidFill>
                  <a:srgbClr val="FF0000"/>
                </a:solidFill>
                <a:latin typeface="Times New Roman" panose="02020603050405020304" pitchFamily="18" charset="0"/>
                <a:cs typeface="Times New Roman" panose="02020603050405020304" pitchFamily="18" charset="0"/>
              </a:rPr>
              <a:t>BRF Profiles</a:t>
            </a:r>
          </a:p>
        </p:txBody>
      </p:sp>
      <p:pic>
        <p:nvPicPr>
          <p:cNvPr id="24580" name="Picture 3">
            <a:extLst>
              <a:ext uri="{FF2B5EF4-FFF2-40B4-BE49-F238E27FC236}">
                <a16:creationId xmlns:a16="http://schemas.microsoft.com/office/drawing/2014/main" id="{E0C21478-F809-A807-B2B3-B6CDA1D372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8" y="1144588"/>
            <a:ext cx="8863012" cy="410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5">
            <a:extLst>
              <a:ext uri="{FF2B5EF4-FFF2-40B4-BE49-F238E27FC236}">
                <a16:creationId xmlns:a16="http://schemas.microsoft.com/office/drawing/2014/main" id="{E39CB223-C679-564B-BC4B-A3817AB934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900" y="5251450"/>
            <a:ext cx="7289800"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2187C598-A418-A122-2102-9B2E7D18C78C}"/>
              </a:ext>
            </a:extLst>
          </p:cNvPr>
          <p:cNvSpPr>
            <a:spLocks noGrp="1"/>
          </p:cNvSpPr>
          <p:nvPr>
            <p:ph type="title"/>
          </p:nvPr>
        </p:nvSpPr>
        <p:spPr>
          <a:xfrm>
            <a:off x="0" y="0"/>
            <a:ext cx="9144000" cy="654050"/>
          </a:xfrm>
          <a:solidFill>
            <a:srgbClr val="1C8016"/>
          </a:solidFill>
        </p:spPr>
        <p:txBody>
          <a:bodyPr lIns="0" tIns="0" rIns="0" bIns="0"/>
          <a:lstStyle/>
          <a:p>
            <a:pPr eaLnBrk="1" hangingPunct="1"/>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PHYSICAL MODELS IN REMOTE SENSING</a:t>
            </a:r>
            <a:b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br>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Chapter 04 – Part 08: Vegetation Canopy Hot Spot Effect</a:t>
            </a:r>
          </a:p>
        </p:txBody>
      </p:sp>
      <p:sp>
        <p:nvSpPr>
          <p:cNvPr id="2" name="Slide Number Placeholder 6">
            <a:extLst>
              <a:ext uri="{FF2B5EF4-FFF2-40B4-BE49-F238E27FC236}">
                <a16:creationId xmlns:a16="http://schemas.microsoft.com/office/drawing/2014/main" id="{7010E4A6-D4C5-1B55-A91E-F4F4FCF1A1C1}"/>
              </a:ext>
            </a:extLst>
          </p:cNvPr>
          <p:cNvSpPr>
            <a:spLocks noGrp="1"/>
          </p:cNvSpPr>
          <p:nvPr>
            <p:ph type="sldNum" sz="quarter" idx="12"/>
          </p:nvPr>
        </p:nvSpPr>
        <p:spPr>
          <a:xfrm>
            <a:off x="6918325" y="6365875"/>
            <a:ext cx="2133600" cy="365125"/>
          </a:xfrm>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defRPr/>
            </a:pPr>
            <a:fld id="{F688C59D-49CF-3440-AFD0-AF830FF7526B}" type="slidenum">
              <a:rPr lang="en-US" altLang="zh-CN" sz="1400" b="1" smtClean="0">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rPr>
              <a:pPr>
                <a:spcBef>
                  <a:spcPct val="0"/>
                </a:spcBef>
                <a:buFontTx/>
                <a:buNone/>
                <a:defRPr/>
              </a:pPr>
              <a:t>9</a:t>
            </a:fld>
            <a:endParaRPr lang="en-US" altLang="zh-CN" sz="1400" b="1">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6627" name="TextBox 7">
            <a:extLst>
              <a:ext uri="{FF2B5EF4-FFF2-40B4-BE49-F238E27FC236}">
                <a16:creationId xmlns:a16="http://schemas.microsoft.com/office/drawing/2014/main" id="{AAE1F637-1F63-B205-D872-82FC6F5680FE}"/>
              </a:ext>
            </a:extLst>
          </p:cNvPr>
          <p:cNvSpPr txBox="1">
            <a:spLocks noChangeArrowheads="1"/>
          </p:cNvSpPr>
          <p:nvPr/>
        </p:nvSpPr>
        <p:spPr bwMode="auto">
          <a:xfrm>
            <a:off x="122238" y="744538"/>
            <a:ext cx="6924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2000" b="1" u="sng">
                <a:solidFill>
                  <a:srgbClr val="FF0000"/>
                </a:solidFill>
                <a:latin typeface="Times New Roman" panose="02020603050405020304" pitchFamily="18" charset="0"/>
                <a:cs typeface="Times New Roman" panose="02020603050405020304" pitchFamily="18" charset="0"/>
              </a:rPr>
              <a:t>Modeling the Hot Spot Effect</a:t>
            </a:r>
          </a:p>
        </p:txBody>
      </p:sp>
      <p:pic>
        <p:nvPicPr>
          <p:cNvPr id="26628" name="Picture 4">
            <a:extLst>
              <a:ext uri="{FF2B5EF4-FFF2-40B4-BE49-F238E27FC236}">
                <a16:creationId xmlns:a16="http://schemas.microsoft.com/office/drawing/2014/main" id="{EA4BA798-AFDC-37FD-B102-25B90F9A28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84275"/>
            <a:ext cx="9144000" cy="287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7">
            <a:extLst>
              <a:ext uri="{FF2B5EF4-FFF2-40B4-BE49-F238E27FC236}">
                <a16:creationId xmlns:a16="http://schemas.microsoft.com/office/drawing/2014/main" id="{1CB11A37-5D2E-CD0D-5FC9-D35338F676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879850"/>
            <a:ext cx="914400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Connector 9">
            <a:extLst>
              <a:ext uri="{FF2B5EF4-FFF2-40B4-BE49-F238E27FC236}">
                <a16:creationId xmlns:a16="http://schemas.microsoft.com/office/drawing/2014/main" id="{761A5852-0529-1C00-8BA7-AD897C078A7C}"/>
              </a:ext>
            </a:extLst>
          </p:cNvPr>
          <p:cNvCxnSpPr>
            <a:cxnSpLocks/>
          </p:cNvCxnSpPr>
          <p:nvPr/>
        </p:nvCxnSpPr>
        <p:spPr>
          <a:xfrm>
            <a:off x="7696200" y="1643063"/>
            <a:ext cx="1306513" cy="0"/>
          </a:xfrm>
          <a:prstGeom prst="line">
            <a:avLst/>
          </a:prstGeom>
          <a:ln w="38100">
            <a:solidFill>
              <a:srgbClr val="0A1FF4"/>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B2AE19C-A68F-BD7C-4F46-E1575FA2C98B}"/>
              </a:ext>
            </a:extLst>
          </p:cNvPr>
          <p:cNvCxnSpPr/>
          <p:nvPr/>
        </p:nvCxnSpPr>
        <p:spPr>
          <a:xfrm>
            <a:off x="230188" y="1917700"/>
            <a:ext cx="2414587" cy="0"/>
          </a:xfrm>
          <a:prstGeom prst="line">
            <a:avLst/>
          </a:prstGeom>
          <a:ln w="38100">
            <a:solidFill>
              <a:srgbClr val="0A1FF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0A9C352-35A9-C8CE-16B9-5812BDC2D84A}"/>
              </a:ext>
            </a:extLst>
          </p:cNvPr>
          <p:cNvCxnSpPr/>
          <p:nvPr/>
        </p:nvCxnSpPr>
        <p:spPr>
          <a:xfrm>
            <a:off x="4421188" y="3338513"/>
            <a:ext cx="4492625" cy="0"/>
          </a:xfrm>
          <a:prstGeom prst="line">
            <a:avLst/>
          </a:prstGeom>
          <a:ln w="38100">
            <a:solidFill>
              <a:srgbClr val="0A1FF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7603E68-1CC7-AD67-EFA2-90BFB8B9673E}"/>
              </a:ext>
            </a:extLst>
          </p:cNvPr>
          <p:cNvCxnSpPr/>
          <p:nvPr/>
        </p:nvCxnSpPr>
        <p:spPr>
          <a:xfrm>
            <a:off x="1295400" y="5672138"/>
            <a:ext cx="4395788" cy="0"/>
          </a:xfrm>
          <a:prstGeom prst="line">
            <a:avLst/>
          </a:prstGeom>
          <a:ln w="38100">
            <a:solidFill>
              <a:srgbClr val="0A1FF4"/>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100B526-C6F6-FA90-6507-E9136D68F165}"/>
              </a:ext>
            </a:extLst>
          </p:cNvPr>
          <p:cNvCxnSpPr/>
          <p:nvPr/>
        </p:nvCxnSpPr>
        <p:spPr>
          <a:xfrm>
            <a:off x="6586538" y="5672138"/>
            <a:ext cx="2219325" cy="0"/>
          </a:xfrm>
          <a:prstGeom prst="line">
            <a:avLst/>
          </a:prstGeom>
          <a:ln w="38100">
            <a:solidFill>
              <a:srgbClr val="0A1FF4"/>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9E51466-0510-775A-DEC9-DB394760B40E}"/>
              </a:ext>
            </a:extLst>
          </p:cNvPr>
          <p:cNvCxnSpPr/>
          <p:nvPr/>
        </p:nvCxnSpPr>
        <p:spPr>
          <a:xfrm>
            <a:off x="122238" y="5975350"/>
            <a:ext cx="3589337" cy="0"/>
          </a:xfrm>
          <a:prstGeom prst="line">
            <a:avLst/>
          </a:prstGeom>
          <a:ln w="38100">
            <a:solidFill>
              <a:srgbClr val="0A1FF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2F1C9-F8EE-CB09-3E3C-E9031594AB65}"/>
            </a:ext>
          </a:extLst>
        </p:cNvPr>
        <p:cNvGrpSpPr/>
        <p:nvPr/>
      </p:nvGrpSpPr>
      <p:grpSpPr>
        <a:xfrm>
          <a:off x="0" y="0"/>
          <a:ext cx="0" cy="0"/>
          <a:chOff x="0" y="0"/>
          <a:chExt cx="0" cy="0"/>
        </a:xfrm>
      </p:grpSpPr>
      <p:sp>
        <p:nvSpPr>
          <p:cNvPr id="26625" name="Rectangle 2">
            <a:extLst>
              <a:ext uri="{FF2B5EF4-FFF2-40B4-BE49-F238E27FC236}">
                <a16:creationId xmlns:a16="http://schemas.microsoft.com/office/drawing/2014/main" id="{0206922F-E900-DEC4-ACAB-43159D6A8E0A}"/>
              </a:ext>
            </a:extLst>
          </p:cNvPr>
          <p:cNvSpPr>
            <a:spLocks noGrp="1"/>
          </p:cNvSpPr>
          <p:nvPr>
            <p:ph type="title"/>
          </p:nvPr>
        </p:nvSpPr>
        <p:spPr>
          <a:xfrm>
            <a:off x="0" y="0"/>
            <a:ext cx="9144000" cy="654050"/>
          </a:xfrm>
          <a:solidFill>
            <a:srgbClr val="1C8016"/>
          </a:solidFill>
        </p:spPr>
        <p:txBody>
          <a:bodyPr lIns="0" tIns="0" rIns="0" bIns="0"/>
          <a:lstStyle/>
          <a:p>
            <a:pPr eaLnBrk="1" hangingPunct="1"/>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PHYSICAL MODELS IN REMOTE SENSING</a:t>
            </a:r>
            <a:b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br>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Chapter 04 – Part 08: Vegetation Canopy Hot Spot Effect</a:t>
            </a:r>
          </a:p>
        </p:txBody>
      </p:sp>
      <p:sp>
        <p:nvSpPr>
          <p:cNvPr id="2" name="Slide Number Placeholder 6">
            <a:extLst>
              <a:ext uri="{FF2B5EF4-FFF2-40B4-BE49-F238E27FC236}">
                <a16:creationId xmlns:a16="http://schemas.microsoft.com/office/drawing/2014/main" id="{8714FCAE-F8A5-8E44-6F20-4A132613ACAD}"/>
              </a:ext>
            </a:extLst>
          </p:cNvPr>
          <p:cNvSpPr>
            <a:spLocks noGrp="1"/>
          </p:cNvSpPr>
          <p:nvPr>
            <p:ph type="sldNum" sz="quarter" idx="12"/>
          </p:nvPr>
        </p:nvSpPr>
        <p:spPr>
          <a:xfrm>
            <a:off x="6918325" y="6365875"/>
            <a:ext cx="2133600" cy="365125"/>
          </a:xfrm>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defRPr/>
            </a:pPr>
            <a:fld id="{F688C59D-49CF-3440-AFD0-AF830FF7526B}" type="slidenum">
              <a:rPr lang="en-US" altLang="zh-CN" sz="1400" b="1" smtClean="0">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rPr>
              <a:pPr>
                <a:spcBef>
                  <a:spcPct val="0"/>
                </a:spcBef>
                <a:buFontTx/>
                <a:buNone/>
                <a:defRPr/>
              </a:pPr>
              <a:t>10</a:t>
            </a:fld>
            <a:endParaRPr lang="en-US" altLang="zh-CN" sz="1400" b="1">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6627" name="TextBox 7">
            <a:extLst>
              <a:ext uri="{FF2B5EF4-FFF2-40B4-BE49-F238E27FC236}">
                <a16:creationId xmlns:a16="http://schemas.microsoft.com/office/drawing/2014/main" id="{6175D651-FDD0-E470-7177-4F1BCB66A2BE}"/>
              </a:ext>
            </a:extLst>
          </p:cNvPr>
          <p:cNvSpPr txBox="1">
            <a:spLocks noChangeArrowheads="1"/>
          </p:cNvSpPr>
          <p:nvPr/>
        </p:nvSpPr>
        <p:spPr bwMode="auto">
          <a:xfrm>
            <a:off x="122238" y="744538"/>
            <a:ext cx="6924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2000" b="1" u="sng" dirty="0">
                <a:solidFill>
                  <a:srgbClr val="FF0000"/>
                </a:solidFill>
                <a:latin typeface="Times New Roman" panose="02020603050405020304" pitchFamily="18" charset="0"/>
                <a:cs typeface="Times New Roman" panose="02020603050405020304" pitchFamily="18" charset="0"/>
              </a:rPr>
              <a:t>Including the Hot Spot Effect in Numerical Methods</a:t>
            </a:r>
          </a:p>
        </p:txBody>
      </p:sp>
      <p:sp>
        <p:nvSpPr>
          <p:cNvPr id="3" name="TextBox 2">
            <a:extLst>
              <a:ext uri="{FF2B5EF4-FFF2-40B4-BE49-F238E27FC236}">
                <a16:creationId xmlns:a16="http://schemas.microsoft.com/office/drawing/2014/main" id="{8EF9D957-B986-BEBB-C835-233B62360B00}"/>
              </a:ext>
            </a:extLst>
          </p:cNvPr>
          <p:cNvSpPr txBox="1"/>
          <p:nvPr/>
        </p:nvSpPr>
        <p:spPr>
          <a:xfrm>
            <a:off x="195492" y="1536015"/>
            <a:ext cx="8658423" cy="3457357"/>
          </a:xfrm>
          <a:prstGeom prst="rect">
            <a:avLst/>
          </a:prstGeom>
          <a:noFill/>
        </p:spPr>
        <p:txBody>
          <a:bodyPr wrap="square" rtlCol="0">
            <a:spAutoFit/>
          </a:bodyPr>
          <a:lstStyle/>
          <a:p>
            <a:r>
              <a:rPr lang="en-US" sz="1600" dirty="0">
                <a:solidFill>
                  <a:schemeClr val="tx1"/>
                </a:solidFill>
              </a:rPr>
              <a:t>Separate the Intensity field into: </a:t>
            </a:r>
          </a:p>
          <a:p>
            <a:pPr lvl="1"/>
            <a:r>
              <a:rPr lang="en-US" sz="1600" dirty="0">
                <a:solidFill>
                  <a:schemeClr val="tx1"/>
                </a:solidFill>
              </a:rPr>
              <a:t>Uncollided I</a:t>
            </a:r>
            <a:r>
              <a:rPr lang="en-US" sz="1600" baseline="30000" dirty="0">
                <a:solidFill>
                  <a:schemeClr val="tx1"/>
                </a:solidFill>
              </a:rPr>
              <a:t>0</a:t>
            </a:r>
            <a:r>
              <a:rPr lang="en-US" sz="1600" dirty="0">
                <a:solidFill>
                  <a:schemeClr val="tx1"/>
                </a:solidFill>
              </a:rPr>
              <a:t> </a:t>
            </a:r>
          </a:p>
          <a:p>
            <a:pPr lvl="1"/>
            <a:r>
              <a:rPr lang="en-US" sz="1600" dirty="0">
                <a:solidFill>
                  <a:schemeClr val="tx1"/>
                </a:solidFill>
              </a:rPr>
              <a:t>First-collided I</a:t>
            </a:r>
            <a:r>
              <a:rPr lang="en-US" sz="1600" baseline="30000" dirty="0">
                <a:solidFill>
                  <a:schemeClr val="tx1"/>
                </a:solidFill>
              </a:rPr>
              <a:t>1</a:t>
            </a:r>
            <a:r>
              <a:rPr lang="en-US" sz="1600" dirty="0">
                <a:solidFill>
                  <a:schemeClr val="tx1"/>
                </a:solidFill>
              </a:rPr>
              <a:t>, </a:t>
            </a:r>
          </a:p>
          <a:p>
            <a:pPr lvl="1"/>
            <a:r>
              <a:rPr lang="en-US" sz="1600" dirty="0">
                <a:solidFill>
                  <a:schemeClr val="tx1"/>
                </a:solidFill>
              </a:rPr>
              <a:t>Second and higher-order collided </a:t>
            </a:r>
            <a:r>
              <a:rPr lang="en-US" sz="1600" dirty="0" err="1">
                <a:solidFill>
                  <a:schemeClr val="tx1"/>
                </a:solidFill>
              </a:rPr>
              <a:t>I</a:t>
            </a:r>
            <a:r>
              <a:rPr lang="en-US" sz="1600" baseline="30000" dirty="0" err="1">
                <a:solidFill>
                  <a:schemeClr val="tx1"/>
                </a:solidFill>
              </a:rPr>
              <a:t>m</a:t>
            </a:r>
            <a:endParaRPr lang="en-US" sz="1600" dirty="0">
              <a:solidFill>
                <a:schemeClr val="tx1"/>
              </a:solidFill>
            </a:endParaRPr>
          </a:p>
          <a:p>
            <a:pPr lvl="1"/>
            <a:endParaRPr lang="en-US" sz="1600" baseline="30000" dirty="0">
              <a:solidFill>
                <a:schemeClr val="tx1"/>
              </a:solidFill>
            </a:endParaRPr>
          </a:p>
          <a:p>
            <a:endParaRPr lang="en-US" sz="1600" dirty="0">
              <a:solidFill>
                <a:schemeClr val="tx1"/>
              </a:solidFill>
            </a:endParaRPr>
          </a:p>
          <a:p>
            <a:r>
              <a:rPr lang="en-US" sz="1600" dirty="0">
                <a:solidFill>
                  <a:schemeClr val="tx1"/>
                </a:solidFill>
              </a:rPr>
              <a:t>Use modified extinction coefficient to calculate I</a:t>
            </a:r>
            <a:r>
              <a:rPr lang="en-US" sz="1600" baseline="30000" dirty="0">
                <a:solidFill>
                  <a:schemeClr val="tx1"/>
                </a:solidFill>
              </a:rPr>
              <a:t>0</a:t>
            </a:r>
            <a:r>
              <a:rPr lang="en-US" sz="1600" dirty="0">
                <a:solidFill>
                  <a:schemeClr val="tx1"/>
                </a:solidFill>
              </a:rPr>
              <a:t> and I</a:t>
            </a:r>
            <a:r>
              <a:rPr lang="en-US" sz="1600" baseline="30000" dirty="0">
                <a:solidFill>
                  <a:schemeClr val="tx1"/>
                </a:solidFill>
              </a:rPr>
              <a:t>1</a:t>
            </a:r>
          </a:p>
          <a:p>
            <a:endParaRPr lang="en-US" sz="1600" baseline="30000" dirty="0">
              <a:solidFill>
                <a:schemeClr val="tx1"/>
              </a:solidFill>
            </a:endParaRPr>
          </a:p>
          <a:p>
            <a:endParaRPr lang="en-US" sz="1600" dirty="0">
              <a:solidFill>
                <a:schemeClr val="tx1"/>
              </a:solidFill>
            </a:endParaRPr>
          </a:p>
          <a:p>
            <a:r>
              <a:rPr lang="en-US" sz="1600" dirty="0">
                <a:solidFill>
                  <a:schemeClr val="tx1"/>
                </a:solidFill>
              </a:rPr>
              <a:t>Use standard extinction coefficient to calculate </a:t>
            </a:r>
            <a:r>
              <a:rPr lang="en-US" sz="1600" dirty="0" err="1">
                <a:solidFill>
                  <a:schemeClr val="tx1"/>
                </a:solidFill>
              </a:rPr>
              <a:t>I</a:t>
            </a:r>
            <a:r>
              <a:rPr lang="en-US" sz="1600" baseline="30000" dirty="0" err="1">
                <a:solidFill>
                  <a:schemeClr val="tx1"/>
                </a:solidFill>
              </a:rPr>
              <a:t>m</a:t>
            </a:r>
            <a:endParaRPr lang="en-US" sz="1600" baseline="30000" dirty="0">
              <a:solidFill>
                <a:schemeClr val="tx1"/>
              </a:solidFill>
            </a:endParaRPr>
          </a:p>
          <a:p>
            <a:endParaRPr lang="en-US" sz="1600" baseline="30000" dirty="0">
              <a:solidFill>
                <a:schemeClr val="tx1"/>
              </a:solidFill>
            </a:endParaRPr>
          </a:p>
          <a:p>
            <a:r>
              <a:rPr lang="en-US" sz="1600" baseline="30000" dirty="0">
                <a:solidFill>
                  <a:schemeClr val="tx1"/>
                </a:solidFill>
              </a:rPr>
              <a:t> </a:t>
            </a:r>
          </a:p>
          <a:p>
            <a:r>
              <a:rPr lang="en-US" sz="1600" dirty="0">
                <a:solidFill>
                  <a:schemeClr val="tx1"/>
                </a:solidFill>
              </a:rPr>
              <a:t>This will not conserve energy. </a:t>
            </a:r>
          </a:p>
          <a:p>
            <a:endParaRPr lang="en-US" sz="1600" dirty="0">
              <a:solidFill>
                <a:schemeClr val="tx1"/>
              </a:solidFill>
            </a:endParaRPr>
          </a:p>
          <a:p>
            <a:r>
              <a:rPr lang="en-US" sz="1600" dirty="0">
                <a:solidFill>
                  <a:schemeClr val="tx1"/>
                </a:solidFill>
              </a:rPr>
              <a:t>Evaluate the discrepancy by comparison to </a:t>
            </a:r>
            <a:r>
              <a:rPr lang="en-US" sz="1600" dirty="0" err="1">
                <a:solidFill>
                  <a:schemeClr val="tx1"/>
                </a:solidFill>
              </a:rPr>
              <a:t>I</a:t>
            </a:r>
            <a:r>
              <a:rPr lang="en-US" sz="1600" baseline="30000" dirty="0" err="1">
                <a:solidFill>
                  <a:schemeClr val="tx1"/>
                </a:solidFill>
              </a:rPr>
              <a:t>tot</a:t>
            </a:r>
            <a:r>
              <a:rPr lang="en-US" sz="1600" dirty="0">
                <a:solidFill>
                  <a:schemeClr val="tx1"/>
                </a:solidFill>
              </a:rPr>
              <a:t> evaluated with standard extinction coefficient</a:t>
            </a:r>
          </a:p>
        </p:txBody>
      </p:sp>
    </p:spTree>
    <p:extLst>
      <p:ext uri="{BB962C8B-B14F-4D97-AF65-F5344CB8AC3E}">
        <p14:creationId xmlns:p14="http://schemas.microsoft.com/office/powerpoint/2010/main" val="213247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26D62-C0DA-8C91-58C9-EC91123A1CA0}"/>
            </a:ext>
          </a:extLst>
        </p:cNvPr>
        <p:cNvGrpSpPr/>
        <p:nvPr/>
      </p:nvGrpSpPr>
      <p:grpSpPr>
        <a:xfrm>
          <a:off x="0" y="0"/>
          <a:ext cx="0" cy="0"/>
          <a:chOff x="0" y="0"/>
          <a:chExt cx="0" cy="0"/>
        </a:xfrm>
      </p:grpSpPr>
      <p:sp>
        <p:nvSpPr>
          <p:cNvPr id="26625" name="Rectangle 2">
            <a:extLst>
              <a:ext uri="{FF2B5EF4-FFF2-40B4-BE49-F238E27FC236}">
                <a16:creationId xmlns:a16="http://schemas.microsoft.com/office/drawing/2014/main" id="{7DBD19AF-B1FE-4B3E-BAB2-F1D91926FAA5}"/>
              </a:ext>
            </a:extLst>
          </p:cNvPr>
          <p:cNvSpPr>
            <a:spLocks noGrp="1"/>
          </p:cNvSpPr>
          <p:nvPr>
            <p:ph type="title"/>
          </p:nvPr>
        </p:nvSpPr>
        <p:spPr>
          <a:xfrm>
            <a:off x="0" y="0"/>
            <a:ext cx="9144000" cy="654050"/>
          </a:xfrm>
          <a:solidFill>
            <a:srgbClr val="1C8016"/>
          </a:solidFill>
        </p:spPr>
        <p:txBody>
          <a:bodyPr lIns="0" tIns="0" rIns="0" bIns="0"/>
          <a:lstStyle/>
          <a:p>
            <a:pPr eaLnBrk="1" hangingPunct="1"/>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PHYSICAL MODELS IN REMOTE SENSING</a:t>
            </a:r>
            <a:b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br>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Chapter 04 – Part 08: Vegetation Canopy Hot Spot Effect</a:t>
            </a:r>
          </a:p>
        </p:txBody>
      </p:sp>
      <p:sp>
        <p:nvSpPr>
          <p:cNvPr id="2" name="Slide Number Placeholder 6">
            <a:extLst>
              <a:ext uri="{FF2B5EF4-FFF2-40B4-BE49-F238E27FC236}">
                <a16:creationId xmlns:a16="http://schemas.microsoft.com/office/drawing/2014/main" id="{2E93632A-19E2-4B23-2309-F9244FA30120}"/>
              </a:ext>
            </a:extLst>
          </p:cNvPr>
          <p:cNvSpPr>
            <a:spLocks noGrp="1"/>
          </p:cNvSpPr>
          <p:nvPr>
            <p:ph type="sldNum" sz="quarter" idx="12"/>
          </p:nvPr>
        </p:nvSpPr>
        <p:spPr>
          <a:xfrm>
            <a:off x="6918325" y="6365875"/>
            <a:ext cx="2133600" cy="365125"/>
          </a:xfrm>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defRPr/>
            </a:pPr>
            <a:fld id="{F688C59D-49CF-3440-AFD0-AF830FF7526B}" type="slidenum">
              <a:rPr lang="en-US" altLang="zh-CN" sz="1400" b="1" smtClean="0">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rPr>
              <a:pPr>
                <a:spcBef>
                  <a:spcPct val="0"/>
                </a:spcBef>
                <a:buFontTx/>
                <a:buNone/>
                <a:defRPr/>
              </a:pPr>
              <a:t>11</a:t>
            </a:fld>
            <a:endParaRPr lang="en-US" altLang="zh-CN" sz="1400" b="1">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6627" name="TextBox 7">
            <a:extLst>
              <a:ext uri="{FF2B5EF4-FFF2-40B4-BE49-F238E27FC236}">
                <a16:creationId xmlns:a16="http://schemas.microsoft.com/office/drawing/2014/main" id="{1F556C26-6451-AE68-61D9-D1A60C8B4BA1}"/>
              </a:ext>
            </a:extLst>
          </p:cNvPr>
          <p:cNvSpPr txBox="1">
            <a:spLocks noChangeArrowheads="1"/>
          </p:cNvSpPr>
          <p:nvPr/>
        </p:nvSpPr>
        <p:spPr bwMode="auto">
          <a:xfrm>
            <a:off x="122238" y="744538"/>
            <a:ext cx="6924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2000" b="1" u="sng" dirty="0">
                <a:solidFill>
                  <a:srgbClr val="FF0000"/>
                </a:solidFill>
                <a:latin typeface="Times New Roman" panose="02020603050405020304" pitchFamily="18" charset="0"/>
                <a:cs typeface="Times New Roman" panose="02020603050405020304" pitchFamily="18" charset="0"/>
              </a:rPr>
              <a:t>HDRF Profiles</a:t>
            </a:r>
          </a:p>
        </p:txBody>
      </p:sp>
      <p:pic>
        <p:nvPicPr>
          <p:cNvPr id="5" name="Picture 4" descr="A graph of different colored lines&#10;&#10;AI-generated content may be incorrect.">
            <a:extLst>
              <a:ext uri="{FF2B5EF4-FFF2-40B4-BE49-F238E27FC236}">
                <a16:creationId xmlns:a16="http://schemas.microsoft.com/office/drawing/2014/main" id="{DC32D232-2479-E20F-F5B9-3872DD490A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238" y="1544024"/>
            <a:ext cx="8738588" cy="3954989"/>
          </a:xfrm>
          <a:prstGeom prst="rect">
            <a:avLst/>
          </a:prstGeom>
        </p:spPr>
      </p:pic>
    </p:spTree>
    <p:extLst>
      <p:ext uri="{BB962C8B-B14F-4D97-AF65-F5344CB8AC3E}">
        <p14:creationId xmlns:p14="http://schemas.microsoft.com/office/powerpoint/2010/main" val="4035856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3E191-9529-8046-9CD3-33A427EC9DC7}"/>
            </a:ext>
          </a:extLst>
        </p:cNvPr>
        <p:cNvGrpSpPr/>
        <p:nvPr/>
      </p:nvGrpSpPr>
      <p:grpSpPr>
        <a:xfrm>
          <a:off x="0" y="0"/>
          <a:ext cx="0" cy="0"/>
          <a:chOff x="0" y="0"/>
          <a:chExt cx="0" cy="0"/>
        </a:xfrm>
      </p:grpSpPr>
      <p:sp>
        <p:nvSpPr>
          <p:cNvPr id="26625" name="Rectangle 2">
            <a:extLst>
              <a:ext uri="{FF2B5EF4-FFF2-40B4-BE49-F238E27FC236}">
                <a16:creationId xmlns:a16="http://schemas.microsoft.com/office/drawing/2014/main" id="{A6048F10-08D8-6A77-ECE9-E86559BEA29D}"/>
              </a:ext>
            </a:extLst>
          </p:cNvPr>
          <p:cNvSpPr>
            <a:spLocks noGrp="1"/>
          </p:cNvSpPr>
          <p:nvPr>
            <p:ph type="title"/>
          </p:nvPr>
        </p:nvSpPr>
        <p:spPr>
          <a:xfrm>
            <a:off x="0" y="0"/>
            <a:ext cx="9144000" cy="654050"/>
          </a:xfrm>
          <a:solidFill>
            <a:srgbClr val="1C8016"/>
          </a:solidFill>
        </p:spPr>
        <p:txBody>
          <a:bodyPr lIns="0" tIns="0" rIns="0" bIns="0"/>
          <a:lstStyle/>
          <a:p>
            <a:pPr eaLnBrk="1" hangingPunct="1"/>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PHYSICAL MODELS IN REMOTE SENSING</a:t>
            </a:r>
            <a:b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br>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Chapter 04 – Part 08: Vegetation Canopy Hot Spot Effect</a:t>
            </a:r>
          </a:p>
        </p:txBody>
      </p:sp>
      <p:sp>
        <p:nvSpPr>
          <p:cNvPr id="2" name="Slide Number Placeholder 6">
            <a:extLst>
              <a:ext uri="{FF2B5EF4-FFF2-40B4-BE49-F238E27FC236}">
                <a16:creationId xmlns:a16="http://schemas.microsoft.com/office/drawing/2014/main" id="{BE31A508-9F0D-F958-2E37-943BEC385FEE}"/>
              </a:ext>
            </a:extLst>
          </p:cNvPr>
          <p:cNvSpPr>
            <a:spLocks noGrp="1"/>
          </p:cNvSpPr>
          <p:nvPr>
            <p:ph type="sldNum" sz="quarter" idx="12"/>
          </p:nvPr>
        </p:nvSpPr>
        <p:spPr>
          <a:xfrm>
            <a:off x="6918325" y="6365875"/>
            <a:ext cx="2133600" cy="365125"/>
          </a:xfrm>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defRPr/>
            </a:pPr>
            <a:fld id="{F688C59D-49CF-3440-AFD0-AF830FF7526B}" type="slidenum">
              <a:rPr lang="en-US" altLang="zh-CN" sz="1400" b="1" smtClean="0">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rPr>
              <a:pPr>
                <a:spcBef>
                  <a:spcPct val="0"/>
                </a:spcBef>
                <a:buFontTx/>
                <a:buNone/>
                <a:defRPr/>
              </a:pPr>
              <a:t>12</a:t>
            </a:fld>
            <a:endParaRPr lang="en-US" altLang="zh-CN" sz="1400" b="1">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6627" name="TextBox 7">
            <a:extLst>
              <a:ext uri="{FF2B5EF4-FFF2-40B4-BE49-F238E27FC236}">
                <a16:creationId xmlns:a16="http://schemas.microsoft.com/office/drawing/2014/main" id="{576E742E-7CED-C3AE-47A0-130C2AC8B95F}"/>
              </a:ext>
            </a:extLst>
          </p:cNvPr>
          <p:cNvSpPr txBox="1">
            <a:spLocks noChangeArrowheads="1"/>
          </p:cNvSpPr>
          <p:nvPr/>
        </p:nvSpPr>
        <p:spPr bwMode="auto">
          <a:xfrm>
            <a:off x="122238" y="744538"/>
            <a:ext cx="6924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2000" b="1" u="sng" dirty="0">
                <a:solidFill>
                  <a:srgbClr val="FF0000"/>
                </a:solidFill>
                <a:latin typeface="Times New Roman" panose="02020603050405020304" pitchFamily="18" charset="0"/>
                <a:cs typeface="Times New Roman" panose="02020603050405020304" pitchFamily="18" charset="0"/>
              </a:rPr>
              <a:t>HDRF in 3D</a:t>
            </a:r>
          </a:p>
        </p:txBody>
      </p:sp>
      <p:pic>
        <p:nvPicPr>
          <p:cNvPr id="4" name="Picture 3" descr="A graph of a graph with a colorful oval&#10;&#10;AI-generated content may be incorrect.">
            <a:extLst>
              <a:ext uri="{FF2B5EF4-FFF2-40B4-BE49-F238E27FC236}">
                <a16:creationId xmlns:a16="http://schemas.microsoft.com/office/drawing/2014/main" id="{EBBB4ED2-2DAD-500F-6438-83BCB2BB2A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7087" y="877760"/>
            <a:ext cx="5975590" cy="5853240"/>
          </a:xfrm>
          <a:prstGeom prst="rect">
            <a:avLst/>
          </a:prstGeom>
        </p:spPr>
      </p:pic>
    </p:spTree>
    <p:extLst>
      <p:ext uri="{BB962C8B-B14F-4D97-AF65-F5344CB8AC3E}">
        <p14:creationId xmlns:p14="http://schemas.microsoft.com/office/powerpoint/2010/main" val="3747493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71F24-1F53-80A1-EA10-62E0DE8BD530}"/>
            </a:ext>
          </a:extLst>
        </p:cNvPr>
        <p:cNvGrpSpPr/>
        <p:nvPr/>
      </p:nvGrpSpPr>
      <p:grpSpPr>
        <a:xfrm>
          <a:off x="0" y="0"/>
          <a:ext cx="0" cy="0"/>
          <a:chOff x="0" y="0"/>
          <a:chExt cx="0" cy="0"/>
        </a:xfrm>
      </p:grpSpPr>
      <p:pic>
        <p:nvPicPr>
          <p:cNvPr id="5" name="Picture 4" descr="A colorful circle with a star&#10;&#10;AI-generated content may be incorrect.">
            <a:extLst>
              <a:ext uri="{FF2B5EF4-FFF2-40B4-BE49-F238E27FC236}">
                <a16:creationId xmlns:a16="http://schemas.microsoft.com/office/drawing/2014/main" id="{35038F85-D50C-1640-CC8A-3E27BC12D4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0659" y="744538"/>
            <a:ext cx="6232367" cy="6102837"/>
          </a:xfrm>
          <a:prstGeom prst="rect">
            <a:avLst/>
          </a:prstGeom>
        </p:spPr>
      </p:pic>
      <p:sp>
        <p:nvSpPr>
          <p:cNvPr id="26625" name="Rectangle 2">
            <a:extLst>
              <a:ext uri="{FF2B5EF4-FFF2-40B4-BE49-F238E27FC236}">
                <a16:creationId xmlns:a16="http://schemas.microsoft.com/office/drawing/2014/main" id="{763CD51F-C5D8-FD66-FB9A-C02F84541685}"/>
              </a:ext>
            </a:extLst>
          </p:cNvPr>
          <p:cNvSpPr>
            <a:spLocks noGrp="1"/>
          </p:cNvSpPr>
          <p:nvPr>
            <p:ph type="title"/>
          </p:nvPr>
        </p:nvSpPr>
        <p:spPr>
          <a:xfrm>
            <a:off x="0" y="0"/>
            <a:ext cx="9144000" cy="654050"/>
          </a:xfrm>
          <a:solidFill>
            <a:srgbClr val="1C8016"/>
          </a:solidFill>
        </p:spPr>
        <p:txBody>
          <a:bodyPr lIns="0" tIns="0" rIns="0" bIns="0"/>
          <a:lstStyle/>
          <a:p>
            <a:pPr eaLnBrk="1" hangingPunct="1"/>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PHYSICAL MODELS IN REMOTE SENSING</a:t>
            </a:r>
            <a:b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br>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Chapter 04 – Part 08: Vegetation Canopy Hot Spot Effect</a:t>
            </a:r>
          </a:p>
        </p:txBody>
      </p:sp>
      <p:sp>
        <p:nvSpPr>
          <p:cNvPr id="2" name="Slide Number Placeholder 6">
            <a:extLst>
              <a:ext uri="{FF2B5EF4-FFF2-40B4-BE49-F238E27FC236}">
                <a16:creationId xmlns:a16="http://schemas.microsoft.com/office/drawing/2014/main" id="{14F0322E-A164-6E63-4F43-426861675FE5}"/>
              </a:ext>
            </a:extLst>
          </p:cNvPr>
          <p:cNvSpPr>
            <a:spLocks noGrp="1"/>
          </p:cNvSpPr>
          <p:nvPr>
            <p:ph type="sldNum" sz="quarter" idx="12"/>
          </p:nvPr>
        </p:nvSpPr>
        <p:spPr>
          <a:xfrm>
            <a:off x="6918325" y="6365875"/>
            <a:ext cx="2133600" cy="365125"/>
          </a:xfrm>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defRPr/>
            </a:pPr>
            <a:fld id="{F688C59D-49CF-3440-AFD0-AF830FF7526B}" type="slidenum">
              <a:rPr lang="en-US" altLang="zh-CN" sz="1400" b="1" smtClean="0">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rPr>
              <a:pPr>
                <a:spcBef>
                  <a:spcPct val="0"/>
                </a:spcBef>
                <a:buFontTx/>
                <a:buNone/>
                <a:defRPr/>
              </a:pPr>
              <a:t>13</a:t>
            </a:fld>
            <a:endParaRPr lang="en-US" altLang="zh-CN" sz="1400" b="1">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6627" name="TextBox 7">
            <a:extLst>
              <a:ext uri="{FF2B5EF4-FFF2-40B4-BE49-F238E27FC236}">
                <a16:creationId xmlns:a16="http://schemas.microsoft.com/office/drawing/2014/main" id="{97DE2411-D8A6-1598-AF45-AD8F5FDF36CD}"/>
              </a:ext>
            </a:extLst>
          </p:cNvPr>
          <p:cNvSpPr txBox="1">
            <a:spLocks noChangeArrowheads="1"/>
          </p:cNvSpPr>
          <p:nvPr/>
        </p:nvSpPr>
        <p:spPr bwMode="auto">
          <a:xfrm>
            <a:off x="122238" y="744538"/>
            <a:ext cx="6924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2000" b="1" u="sng" dirty="0">
                <a:solidFill>
                  <a:srgbClr val="FF0000"/>
                </a:solidFill>
                <a:latin typeface="Times New Roman" panose="02020603050405020304" pitchFamily="18" charset="0"/>
                <a:cs typeface="Times New Roman" panose="02020603050405020304" pitchFamily="18" charset="0"/>
              </a:rPr>
              <a:t>HDRF in Polar View</a:t>
            </a:r>
          </a:p>
        </p:txBody>
      </p:sp>
    </p:spTree>
    <p:extLst>
      <p:ext uri="{BB962C8B-B14F-4D97-AF65-F5344CB8AC3E}">
        <p14:creationId xmlns:p14="http://schemas.microsoft.com/office/powerpoint/2010/main" val="2659860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94A2A-D402-AC1F-B7DC-80B82DC02516}"/>
            </a:ext>
          </a:extLst>
        </p:cNvPr>
        <p:cNvGrpSpPr/>
        <p:nvPr/>
      </p:nvGrpSpPr>
      <p:grpSpPr>
        <a:xfrm>
          <a:off x="0" y="0"/>
          <a:ext cx="0" cy="0"/>
          <a:chOff x="0" y="0"/>
          <a:chExt cx="0" cy="0"/>
        </a:xfrm>
      </p:grpSpPr>
      <p:sp>
        <p:nvSpPr>
          <p:cNvPr id="26625" name="Rectangle 2">
            <a:extLst>
              <a:ext uri="{FF2B5EF4-FFF2-40B4-BE49-F238E27FC236}">
                <a16:creationId xmlns:a16="http://schemas.microsoft.com/office/drawing/2014/main" id="{0446CE9C-8076-9A1F-F97A-746E950BD626}"/>
              </a:ext>
            </a:extLst>
          </p:cNvPr>
          <p:cNvSpPr>
            <a:spLocks noGrp="1"/>
          </p:cNvSpPr>
          <p:nvPr>
            <p:ph type="title"/>
          </p:nvPr>
        </p:nvSpPr>
        <p:spPr>
          <a:xfrm>
            <a:off x="0" y="0"/>
            <a:ext cx="9144000" cy="654050"/>
          </a:xfrm>
          <a:solidFill>
            <a:srgbClr val="1C8016"/>
          </a:solidFill>
        </p:spPr>
        <p:txBody>
          <a:bodyPr lIns="0" tIns="0" rIns="0" bIns="0"/>
          <a:lstStyle/>
          <a:p>
            <a:pPr eaLnBrk="1" hangingPunct="1"/>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PHYSICAL MODELS IN REMOTE SENSING</a:t>
            </a:r>
            <a:b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br>
            <a:r>
              <a:rPr lang="en-US" altLang="en-US" sz="2000" b="1" dirty="0">
                <a:solidFill>
                  <a:schemeClr val="bg1"/>
                </a:solidFill>
                <a:latin typeface="Times New Roman" panose="02020603050405020304" pitchFamily="18" charset="0"/>
                <a:ea typeface="ＭＳ Ｐゴシック" panose="020B0600070205080204" pitchFamily="34" charset="-128"/>
                <a:cs typeface="Times New Roman" panose="02020603050405020304" pitchFamily="18" charset="0"/>
              </a:rPr>
              <a:t>Chapter 04 – Part 08: Vegetation Canopy Hot Spot Effect</a:t>
            </a:r>
          </a:p>
        </p:txBody>
      </p:sp>
      <p:sp>
        <p:nvSpPr>
          <p:cNvPr id="2" name="Slide Number Placeholder 6">
            <a:extLst>
              <a:ext uri="{FF2B5EF4-FFF2-40B4-BE49-F238E27FC236}">
                <a16:creationId xmlns:a16="http://schemas.microsoft.com/office/drawing/2014/main" id="{450A5B9B-03A9-818D-1DFB-813D9144FEF9}"/>
              </a:ext>
            </a:extLst>
          </p:cNvPr>
          <p:cNvSpPr>
            <a:spLocks noGrp="1"/>
          </p:cNvSpPr>
          <p:nvPr>
            <p:ph type="sldNum" sz="quarter" idx="12"/>
          </p:nvPr>
        </p:nvSpPr>
        <p:spPr>
          <a:xfrm>
            <a:off x="6918325" y="6365875"/>
            <a:ext cx="2133600" cy="365125"/>
          </a:xfrm>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defRPr/>
            </a:pPr>
            <a:fld id="{F688C59D-49CF-3440-AFD0-AF830FF7526B}" type="slidenum">
              <a:rPr lang="en-US" altLang="zh-CN" sz="1400" b="1" smtClean="0">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rPr>
              <a:pPr>
                <a:spcBef>
                  <a:spcPct val="0"/>
                </a:spcBef>
                <a:buFontTx/>
                <a:buNone/>
                <a:defRPr/>
              </a:pPr>
              <a:t>14</a:t>
            </a:fld>
            <a:endParaRPr lang="en-US" altLang="zh-CN" sz="1400" b="1">
              <a:solidFill>
                <a:srgbClr val="7F7F7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6627" name="TextBox 7">
            <a:extLst>
              <a:ext uri="{FF2B5EF4-FFF2-40B4-BE49-F238E27FC236}">
                <a16:creationId xmlns:a16="http://schemas.microsoft.com/office/drawing/2014/main" id="{EE04F4EE-321C-BDDF-B77B-075423BBFF32}"/>
              </a:ext>
            </a:extLst>
          </p:cNvPr>
          <p:cNvSpPr txBox="1">
            <a:spLocks noChangeArrowheads="1"/>
          </p:cNvSpPr>
          <p:nvPr/>
        </p:nvSpPr>
        <p:spPr bwMode="auto">
          <a:xfrm>
            <a:off x="0" y="586883"/>
            <a:ext cx="2475919"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8925" indent="-288925">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US" altLang="en-US" sz="2000" b="1" u="sng" dirty="0">
                <a:solidFill>
                  <a:srgbClr val="FF0000"/>
                </a:solidFill>
                <a:latin typeface="Times New Roman" panose="02020603050405020304" pitchFamily="18" charset="0"/>
                <a:cs typeface="Times New Roman" panose="02020603050405020304" pitchFamily="18" charset="0"/>
              </a:rPr>
              <a:t>Energy Imbalance</a:t>
            </a:r>
          </a:p>
        </p:txBody>
      </p:sp>
      <p:pic>
        <p:nvPicPr>
          <p:cNvPr id="4" name="Picture 3" descr="A screenshot of a computer&#10;&#10;AI-generated content may be incorrect.">
            <a:extLst>
              <a:ext uri="{FF2B5EF4-FFF2-40B4-BE49-F238E27FC236}">
                <a16:creationId xmlns:a16="http://schemas.microsoft.com/office/drawing/2014/main" id="{B982E994-75E4-4DDD-0AD4-1042C41B5F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86" y="986933"/>
            <a:ext cx="9135140" cy="3386566"/>
          </a:xfrm>
          <a:prstGeom prst="rect">
            <a:avLst/>
          </a:prstGeom>
        </p:spPr>
      </p:pic>
      <p:pic>
        <p:nvPicPr>
          <p:cNvPr id="7" name="Picture 6" descr="A white sheet with black text&#10;&#10;AI-generated content may be incorrect.">
            <a:extLst>
              <a:ext uri="{FF2B5EF4-FFF2-40B4-BE49-F238E27FC236}">
                <a16:creationId xmlns:a16="http://schemas.microsoft.com/office/drawing/2014/main" id="{F89126A8-52DE-164E-B2DE-2E88699BB2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75919" y="4247210"/>
            <a:ext cx="5358539" cy="2610790"/>
          </a:xfrm>
          <a:prstGeom prst="rect">
            <a:avLst/>
          </a:prstGeom>
        </p:spPr>
      </p:pic>
    </p:spTree>
    <p:extLst>
      <p:ext uri="{BB962C8B-B14F-4D97-AF65-F5344CB8AC3E}">
        <p14:creationId xmlns:p14="http://schemas.microsoft.com/office/powerpoint/2010/main" val="1782787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7465</TotalTime>
  <Words>667</Words>
  <Application>Microsoft Macintosh PowerPoint</Application>
  <PresentationFormat>On-screen Show (4:3)</PresentationFormat>
  <Paragraphs>93</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Times</vt:lpstr>
      <vt:lpstr>Times New Roman</vt:lpstr>
      <vt:lpstr>Office Theme</vt:lpstr>
      <vt:lpstr>PHYSICAL MODELS IN REMOTE SENSING Chapter 04 – Part 08: Vegetation Canopy Hot Spot Effect</vt:lpstr>
      <vt:lpstr>PHYSICAL MODELS IN REMOTE SENSING Chapter 04 – Part 08: Vegetation Canopy Hot Spot Effect</vt:lpstr>
      <vt:lpstr>PHYSICAL MODELS IN REMOTE SENSING Chapter 04 – Part 08: Vegetation Canopy Hot Spot Effect</vt:lpstr>
      <vt:lpstr>PHYSICAL MODELS IN REMOTE SENSING Chapter 04 – Part 08: Vegetation Canopy Hot Spot Effect</vt:lpstr>
      <vt:lpstr>PHYSICAL MODELS IN REMOTE SENSING Chapter 04 – Part 08: Vegetation Canopy Hot Spot Effect</vt:lpstr>
      <vt:lpstr>PHYSICAL MODELS IN REMOTE SENSING Chapter 04 – Part 08: Vegetation Canopy Hot Spot Effect</vt:lpstr>
      <vt:lpstr>PHYSICAL MODELS IN REMOTE SENSING Chapter 04 – Part 08: Vegetation Canopy Hot Spot Effect</vt:lpstr>
      <vt:lpstr>PHYSICAL MODELS IN REMOTE SENSING Chapter 04 – Part 08: Vegetation Canopy Hot Spot Effect</vt:lpstr>
      <vt:lpstr>PHYSICAL MODELS IN REMOTE SENSING Chapter 04 – Part 08: Vegetation Canopy Hot Spot Effect</vt:lpstr>
      <vt:lpstr>PHYSICAL MODELS IN REMOTE SENSING Chapter 04 – Part 08: Vegetation Canopy Hot Spot Effect</vt:lpstr>
      <vt:lpstr>PHYSICAL MODELS IN REMOTE SENSING Chapter 04 – Part 08: Vegetation Canopy Hot Spot Effect</vt:lpstr>
      <vt:lpstr>PHYSICAL MODELS IN REMOTE SENSING Chapter 04 – Part 08: Vegetation Canopy Hot Spot Effect</vt:lpstr>
      <vt:lpstr>PHYSICAL MODELS IN REMOTE SENSING Chapter 04 – Part 08: Vegetation Canopy Hot Spot Effect</vt:lpstr>
      <vt:lpstr>PHYSICAL MODELS IN REMOTE SENSING Chapter 04 – Part 08: Vegetation Canopy Hot Spot Effect</vt:lpstr>
    </vt:vector>
  </TitlesOfParts>
  <Company>OAO/JPL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OAO JPL</dc:creator>
  <cp:lastModifiedBy>Myneni, Ranga</cp:lastModifiedBy>
  <cp:revision>889</cp:revision>
  <cp:lastPrinted>2019-09-03T16:52:39Z</cp:lastPrinted>
  <dcterms:created xsi:type="dcterms:W3CDTF">2012-01-16T18:47:06Z</dcterms:created>
  <dcterms:modified xsi:type="dcterms:W3CDTF">2026-04-23T13:22:51Z</dcterms:modified>
</cp:coreProperties>
</file>